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4e933726da47a7" /><Relationship Type="http://schemas.openxmlformats.org/officeDocument/2006/relationships/extended-properties" Target="/docProps/app.xml" Id="Rb50e6afe0ce74c5b" /><Relationship Type="http://schemas.openxmlformats.org/officeDocument/2006/relationships/officeDocument" Target="/ppt/presentation.xml" Id="R05c5d97171534b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2f37e1898f4698"/>
  </p:sldMasterIdLst>
  <p:notesMasterIdLst>
    <p:notesMasterId xmlns:r="http://schemas.openxmlformats.org/officeDocument/2006/relationships" r:id="Rd7103d0a4e6a446b"/>
  </p:notesMasterIdLst>
  <p:sldIdLst>
    <p:sldId xmlns:r="http://schemas.openxmlformats.org/officeDocument/2006/relationships" id="256" r:id="R5fc3c265eb564b9b"/>
    <p:sldId xmlns:r="http://schemas.openxmlformats.org/officeDocument/2006/relationships" id="257" r:id="Rf6aa0a6175b84ea4"/>
    <p:sldId xmlns:r="http://schemas.openxmlformats.org/officeDocument/2006/relationships" id="258" r:id="Rcf4ac4bb9e004760"/>
    <p:sldId xmlns:r="http://schemas.openxmlformats.org/officeDocument/2006/relationships" id="259" r:id="R7aeea20f56a048cb"/>
    <p:sldId xmlns:r="http://schemas.openxmlformats.org/officeDocument/2006/relationships" id="260" r:id="R86d898b30b4e4e9e"/>
    <p:sldId xmlns:r="http://schemas.openxmlformats.org/officeDocument/2006/relationships" id="261" r:id="Rd0b335d406ed486e"/>
    <p:sldId xmlns:r="http://schemas.openxmlformats.org/officeDocument/2006/relationships" id="262" r:id="Rc356252d7ab04285"/>
    <p:sldId xmlns:r="http://schemas.openxmlformats.org/officeDocument/2006/relationships" id="263" r:id="R74302dec063f4f73"/>
    <p:sldId xmlns:r="http://schemas.openxmlformats.org/officeDocument/2006/relationships" id="264" r:id="Raf511b9ceb9c4230"/>
    <p:sldId xmlns:r="http://schemas.openxmlformats.org/officeDocument/2006/relationships" id="265" r:id="R36e35650266248d0"/>
    <p:sldId xmlns:r="http://schemas.openxmlformats.org/officeDocument/2006/relationships" id="266" r:id="R8c0fe1b237df4954"/>
    <p:sldId xmlns:r="http://schemas.openxmlformats.org/officeDocument/2006/relationships" id="267" r:id="R0b4581052726444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05dc7765684148" /><Relationship Type="http://schemas.openxmlformats.org/officeDocument/2006/relationships/slideMaster" Target="/ppt/slideMasters/slideMaster1.xml" Id="R422f37e1898f4698" /><Relationship Type="http://schemas.openxmlformats.org/officeDocument/2006/relationships/notesMaster" Target="/ppt/notesMasters/notesMaster1.xml" Id="Rd7103d0a4e6a446b" /><Relationship Type="http://schemas.openxmlformats.org/officeDocument/2006/relationships/presProps" Target="/ppt/presProps.xml" Id="R8e69bf45a5d74e51" /><Relationship Type="http://schemas.openxmlformats.org/officeDocument/2006/relationships/tableStyles" Target="/ppt/tableStyles.xml" Id="R13f971ce13a347ed" /><Relationship Type="http://schemas.openxmlformats.org/officeDocument/2006/relationships/slide" Target="/ppt/slides/slide1.xml" Id="R5fc3c265eb564b9b" /><Relationship Type="http://schemas.openxmlformats.org/officeDocument/2006/relationships/slide" Target="/ppt/slides/slide2.xml" Id="Rf6aa0a6175b84ea4" /><Relationship Type="http://schemas.openxmlformats.org/officeDocument/2006/relationships/slide" Target="/ppt/slides/slide3.xml" Id="Rcf4ac4bb9e004760" /><Relationship Type="http://schemas.openxmlformats.org/officeDocument/2006/relationships/slide" Target="/ppt/slides/slide4.xml" Id="R7aeea20f56a048cb" /><Relationship Type="http://schemas.openxmlformats.org/officeDocument/2006/relationships/slide" Target="/ppt/slides/slide5.xml" Id="R86d898b30b4e4e9e" /><Relationship Type="http://schemas.openxmlformats.org/officeDocument/2006/relationships/slide" Target="/ppt/slides/slide6.xml" Id="Rd0b335d406ed486e" /><Relationship Type="http://schemas.openxmlformats.org/officeDocument/2006/relationships/slide" Target="/ppt/slides/slide7.xml" Id="Rc356252d7ab04285" /><Relationship Type="http://schemas.openxmlformats.org/officeDocument/2006/relationships/slide" Target="/ppt/slides/slide8.xml" Id="R74302dec063f4f73" /><Relationship Type="http://schemas.openxmlformats.org/officeDocument/2006/relationships/slide" Target="/ppt/slides/slide9.xml" Id="Raf511b9ceb9c4230" /><Relationship Type="http://schemas.openxmlformats.org/officeDocument/2006/relationships/slide" Target="/ppt/slides/slide10.xml" Id="R36e35650266248d0" /><Relationship Type="http://schemas.openxmlformats.org/officeDocument/2006/relationships/slide" Target="/ppt/slides/slide11.xml" Id="R8c0fe1b237df4954" /><Relationship Type="http://schemas.openxmlformats.org/officeDocument/2006/relationships/slide" Target="/ppt/slides/slide12.xml" Id="R0b458105272644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0cf19b108b44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0765483a664575" /><Relationship Type="http://schemas.openxmlformats.org/officeDocument/2006/relationships/notesMaster" Target="/ppt/notesMasters/notesMaster1.xml" Id="R7d6377a12ac74b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49edb6e76f4b45" /><Relationship Type="http://schemas.openxmlformats.org/officeDocument/2006/relationships/notesMaster" Target="/ppt/notesMasters/notesMaster1.xml" Id="Re8303d68498b4f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7f43212290443d" /><Relationship Type="http://schemas.openxmlformats.org/officeDocument/2006/relationships/notesMaster" Target="/ppt/notesMasters/notesMaster1.xml" Id="R4ed1c22eac1848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b6c492229142b4" /><Relationship Type="http://schemas.openxmlformats.org/officeDocument/2006/relationships/notesMaster" Target="/ppt/notesMasters/notesMaster1.xml" Id="R3a1a3fb586be4e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6c1bc7ead4459b" /><Relationship Type="http://schemas.openxmlformats.org/officeDocument/2006/relationships/notesMaster" Target="/ppt/notesMasters/notesMaster1.xml" Id="Re89326b64a994b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8b57577fc14f4c" /><Relationship Type="http://schemas.openxmlformats.org/officeDocument/2006/relationships/notesMaster" Target="/ppt/notesMasters/notesMaster1.xml" Id="R94ad8333b8494e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a94605ff724074" /><Relationship Type="http://schemas.openxmlformats.org/officeDocument/2006/relationships/notesMaster" Target="/ppt/notesMasters/notesMaster1.xml" Id="Ra5596a82ee7445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25359b73734ca9" /><Relationship Type="http://schemas.openxmlformats.org/officeDocument/2006/relationships/notesMaster" Target="/ppt/notesMasters/notesMaster1.xml" Id="Ref44cf2a9f1746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7c4e0c13e64e82" /><Relationship Type="http://schemas.openxmlformats.org/officeDocument/2006/relationships/notesMaster" Target="/ppt/notesMasters/notesMaster1.xml" Id="R79c78b74dfa74a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99b72462b834307" /><Relationship Type="http://schemas.openxmlformats.org/officeDocument/2006/relationships/notesMaster" Target="/ppt/notesMasters/notesMaster1.xml" Id="Rb969d682f3014ef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699bd3a67954c2a" /><Relationship Type="http://schemas.openxmlformats.org/officeDocument/2006/relationships/notesMaster" Target="/ppt/notesMasters/notesMaster1.xml" Id="R6066947ef680413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7aaf07bf2742a2" /><Relationship Type="http://schemas.openxmlformats.org/officeDocument/2006/relationships/notesMaster" Target="/ppt/notesMasters/notesMaster1.xml" Id="R56153b8f5de64c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9f934b7c3b4c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5194b88c234808" /><Relationship Type="http://schemas.openxmlformats.org/officeDocument/2006/relationships/slideLayout" Target="/ppt/slideLayouts/slideLayout1.xml" Id="Re399c84b5d4e49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99c84b5d4e49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59ca1afaa046ff" /><Relationship Type="http://schemas.openxmlformats.org/officeDocument/2006/relationships/notesSlide" Target="/ppt/notesSlides/notesSlide1.xml" Id="R7b467984ff1d49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1963488bd4d63" /><Relationship Type="http://schemas.openxmlformats.org/officeDocument/2006/relationships/notesSlide" Target="/ppt/notesSlides/notesSlide2.xml" Id="R14e38114b7354e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6a2bbd77042f4" /><Relationship Type="http://schemas.openxmlformats.org/officeDocument/2006/relationships/notesSlide" Target="/ppt/notesSlides/notesSlide3.xml" Id="Rcdce1443cb1b48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d728a7fb464e3e" /><Relationship Type="http://schemas.openxmlformats.org/officeDocument/2006/relationships/notesSlide" Target="/ppt/notesSlides/notesSlide4.xml" Id="R8a294c0d5f6c4c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c612fe68842b8" /><Relationship Type="http://schemas.openxmlformats.org/officeDocument/2006/relationships/notesSlide" Target="/ppt/notesSlides/notesSlide5.xml" Id="R551134cec23341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8cf632cf54ca1" /><Relationship Type="http://schemas.openxmlformats.org/officeDocument/2006/relationships/notesSlide" Target="/ppt/notesSlides/notesSlide6.xml" Id="Re3665c51f19849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e64c3e10d4b53" /><Relationship Type="http://schemas.openxmlformats.org/officeDocument/2006/relationships/notesSlide" Target="/ppt/notesSlides/notesSlide7.xml" Id="R38b1ca28a9ca40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d167829d042ae" /><Relationship Type="http://schemas.openxmlformats.org/officeDocument/2006/relationships/notesSlide" Target="/ppt/notesSlides/notesSlide8.xml" Id="R8e2080d34c8b4a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98d9746444288" /><Relationship Type="http://schemas.openxmlformats.org/officeDocument/2006/relationships/notesSlide" Target="/ppt/notesSlides/notesSlide9.xml" Id="R1f00e03c2f1a45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4d8b1b7b74458c" /><Relationship Type="http://schemas.openxmlformats.org/officeDocument/2006/relationships/notesSlide" Target="/ppt/notesSlides/notesSlide10.xml" Id="Re750c08b8acb4e4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10a59daa34811" /><Relationship Type="http://schemas.openxmlformats.org/officeDocument/2006/relationships/notesSlide" Target="/ppt/notesSlides/notesSlide11.xml" Id="R8929ad37b45f444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49a42c2214a12" /><Relationship Type="http://schemas.openxmlformats.org/officeDocument/2006/relationships/notesSlide" Target="/ppt/notesSlides/notesSlide12.xml" Id="Rf15cc08c994e42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brand">
            <a:extLst xmlns:a="http://schemas.openxmlformats.org/drawingml/2006/main">
              <a:ext uri="{FF2B5EF4-FFF2-40B4-BE49-F238E27FC236}">
                <a16:creationId xmlns:a16="http://schemas.microsoft.com/office/drawing/2014/main" id="{E389FC5E-A687-4A9E-9388-77BD8EFA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CORTEX HARNESS</a:t>
            </a:r>
          </a:p>
        </p:txBody>
      </p:sp>
      <p:sp>
        <p:nvSpPr>
          <p:cNvPr id="2" name="cover-date">
            <a:extLst xmlns:a="http://schemas.openxmlformats.org/drawingml/2006/main">
              <a:ext uri="{FF2B5EF4-FFF2-40B4-BE49-F238E27FC236}">
                <a16:creationId xmlns:a16="http://schemas.microsoft.com/office/drawing/2014/main" id="{814DEB36-7E6B-4658-9F37-7020A3FC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"/>
            <a:ext cx="2457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16.07.2026</a:t>
            </a:r>
          </a:p>
        </p:txBody>
      </p:sp>
      <p:sp>
        <p:nvSpPr>
          <p:cNvPr id="3" name="cover-rule">
            <a:extLst xmlns:a="http://schemas.openxmlformats.org/drawingml/2006/main">
              <a:ext uri="{FF2B5EF4-FFF2-40B4-BE49-F238E27FC236}">
                <a16:creationId xmlns:a16="http://schemas.microsoft.com/office/drawing/2014/main" id="{D1DDE895-D0D7-4F41-A897-53B2366B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11391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77B7245-ABD6-4924-B267-47775F56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10001250" cy="2952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Công cụ &amp; parser
đang được hỗ trợ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A567BA8-DF22-496D-8FA2-7BF678D8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857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Bản đồ năng lực hiện tại của CLI, ingestion pipeline và MCP</a:t>
            </a:r>
          </a:p>
        </p:txBody>
      </p:sp>
    </p:spTree>
    <p:extLst>
      <p:ext uri="{BB962C8B-B14F-4D97-AF65-F5344CB8AC3E}">
        <p14:creationId xmlns:p14="http://schemas.microsoft.com/office/powerpoint/2010/main" val="207056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">
            <a:extLst xmlns:a="http://schemas.openxmlformats.org/drawingml/2006/main">
              <a:ext uri="{FF2B5EF4-FFF2-40B4-BE49-F238E27FC236}">
                <a16:creationId xmlns:a16="http://schemas.microsoft.com/office/drawing/2014/main" id="{E478FCED-101D-466A-B870-2BC6377B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BỨC TRANH TỔNG THỂ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5BBD700-102E-4341-B601-49B14950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Một pipeline, bốn lớp trách nhiệm</a:t>
            </a:r>
          </a:p>
        </p:txBody>
      </p:sp>
      <p:cxnSp>
        <p:nvCxnSpPr>
          <p:cNvPr id="27" name="pipe-1"/>
          <p:cNvCxnSpPr/>
          <p:nvPr/>
        </p:nvCxnSpPr>
        <p:spPr>
          <a:xfrm xmlns:a="http://schemas.openxmlformats.org/drawingml/2006/main">
            <a:off x="2724150" y="3333750"/>
            <a:ext cx="6096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8" name="pipe-2"/>
          <p:cNvCxnSpPr/>
          <p:nvPr/>
        </p:nvCxnSpPr>
        <p:spPr>
          <a:xfrm xmlns:a="http://schemas.openxmlformats.org/drawingml/2006/main">
            <a:off x="5657850" y="3333750"/>
            <a:ext cx="6096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9" name="pipe-3"/>
          <p:cNvCxnSpPr/>
          <p:nvPr/>
        </p:nvCxnSpPr>
        <p:spPr>
          <a:xfrm xmlns:a="http://schemas.openxmlformats.org/drawingml/2006/main">
            <a:off x="8591550" y="3333750"/>
            <a:ext cx="6096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6" name="pipe-node-0">
            <a:extLst xmlns:a="http://schemas.openxmlformats.org/drawingml/2006/main">
              <a:ext uri="{FF2B5EF4-FFF2-40B4-BE49-F238E27FC236}">
                <a16:creationId xmlns:a16="http://schemas.microsoft.com/office/drawing/2014/main" id="{BA1FB6B0-5FEA-4822-9318-75801FFA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23241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5F5F5"/>
          </a:solidFill>
        </p:spPr>
      </p:sp>
      <p:sp>
        <p:nvSpPr>
          <p:cNvPr id="7" name="pipe-num-0">
            <a:extLst xmlns:a="http://schemas.openxmlformats.org/drawingml/2006/main">
              <a:ext uri="{FF2B5EF4-FFF2-40B4-BE49-F238E27FC236}">
                <a16:creationId xmlns:a16="http://schemas.microsoft.com/office/drawing/2014/main" id="{FA02DA16-E2F0-4BC0-A278-0DB78958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52700"/>
            <a:ext cx="45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8" name="pipe-head-0">
            <a:extLst xmlns:a="http://schemas.openxmlformats.org/drawingml/2006/main">
              <a:ext uri="{FF2B5EF4-FFF2-40B4-BE49-F238E27FC236}">
                <a16:creationId xmlns:a16="http://schemas.microsoft.com/office/drawing/2014/main" id="{FFD2CE44-6F26-4772-9141-6A1A7EAD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9900"/>
            <a:ext cx="1809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Ingest</a:t>
            </a:r>
          </a:p>
        </p:txBody>
      </p:sp>
      <p:sp>
        <p:nvSpPr>
          <p:cNvPr id="9" name="pipe-body-0">
            <a:extLst xmlns:a="http://schemas.openxmlformats.org/drawingml/2006/main">
              <a:ext uri="{FF2B5EF4-FFF2-40B4-BE49-F238E27FC236}">
                <a16:creationId xmlns:a16="http://schemas.microsoft.com/office/drawing/2014/main" id="{7438234E-AAAB-4808-98D6-7B9C3C9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1809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Code analyzers
+ document parsers</a:t>
            </a:r>
          </a:p>
        </p:txBody>
      </p:sp>
      <p:sp>
        <p:nvSpPr>
          <p:cNvPr id="10" name="pipe-node-1">
            <a:extLst xmlns:a="http://schemas.openxmlformats.org/drawingml/2006/main">
              <a:ext uri="{FF2B5EF4-FFF2-40B4-BE49-F238E27FC236}">
                <a16:creationId xmlns:a16="http://schemas.microsoft.com/office/drawing/2014/main" id="{C7DB6556-B6E5-462F-B4CA-965B3BE7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33625"/>
            <a:ext cx="23241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5F5F5"/>
          </a:solidFill>
        </p:spPr>
      </p:sp>
      <p:sp>
        <p:nvSpPr>
          <p:cNvPr id="11" name="pipe-num-1">
            <a:extLst xmlns:a="http://schemas.openxmlformats.org/drawingml/2006/main">
              <a:ext uri="{FF2B5EF4-FFF2-40B4-BE49-F238E27FC236}">
                <a16:creationId xmlns:a16="http://schemas.microsoft.com/office/drawing/2014/main" id="{35FEE6AD-88C0-4645-B15F-7A618B72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45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12" name="pipe-head-1">
            <a:extLst xmlns:a="http://schemas.openxmlformats.org/drawingml/2006/main">
              <a:ext uri="{FF2B5EF4-FFF2-40B4-BE49-F238E27FC236}">
                <a16:creationId xmlns:a16="http://schemas.microsoft.com/office/drawing/2014/main" id="{507FBCB0-0540-4098-B7A0-9E52F9F9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09900"/>
            <a:ext cx="1809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Store</a:t>
            </a:r>
          </a:p>
        </p:txBody>
      </p:sp>
      <p:sp>
        <p:nvSpPr>
          <p:cNvPr id="13" name="pipe-body-1">
            <a:extLst xmlns:a="http://schemas.openxmlformats.org/drawingml/2006/main">
              <a:ext uri="{FF2B5EF4-FFF2-40B4-BE49-F238E27FC236}">
                <a16:creationId xmlns:a16="http://schemas.microsoft.com/office/drawing/2014/main" id="{3849E881-ADE7-455A-84A4-2C89AFED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00450"/>
            <a:ext cx="1809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Graph database
+ Qdrant vectors</a:t>
            </a:r>
          </a:p>
        </p:txBody>
      </p:sp>
      <p:sp>
        <p:nvSpPr>
          <p:cNvPr id="14" name="pipe-node-2">
            <a:extLst xmlns:a="http://schemas.openxmlformats.org/drawingml/2006/main">
              <a:ext uri="{FF2B5EF4-FFF2-40B4-BE49-F238E27FC236}">
                <a16:creationId xmlns:a16="http://schemas.microsoft.com/office/drawing/2014/main" id="{F2FF7038-9F68-40B3-8480-009E1E54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33625"/>
            <a:ext cx="23241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5F5F5"/>
          </a:solidFill>
        </p:spPr>
      </p:sp>
      <p:sp>
        <p:nvSpPr>
          <p:cNvPr id="15" name="pipe-num-2">
            <a:extLst xmlns:a="http://schemas.openxmlformats.org/drawingml/2006/main">
              <a:ext uri="{FF2B5EF4-FFF2-40B4-BE49-F238E27FC236}">
                <a16:creationId xmlns:a16="http://schemas.microsoft.com/office/drawing/2014/main" id="{9A78E625-428C-4DF8-92A0-8BAD23DC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52700"/>
            <a:ext cx="45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6" name="pipe-head-2">
            <a:extLst xmlns:a="http://schemas.openxmlformats.org/drawingml/2006/main">
              <a:ext uri="{FF2B5EF4-FFF2-40B4-BE49-F238E27FC236}">
                <a16:creationId xmlns:a16="http://schemas.microsoft.com/office/drawing/2014/main" id="{67783362-7BC6-44FB-98EA-C1C31A06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09900"/>
            <a:ext cx="1809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Expose</a:t>
            </a:r>
          </a:p>
        </p:txBody>
      </p:sp>
      <p:sp>
        <p:nvSpPr>
          <p:cNvPr id="17" name="pipe-body-2">
            <a:extLst xmlns:a="http://schemas.openxmlformats.org/drawingml/2006/main">
              <a:ext uri="{FF2B5EF4-FFF2-40B4-BE49-F238E27FC236}">
                <a16:creationId xmlns:a16="http://schemas.microsoft.com/office/drawing/2014/main" id="{D9E77743-5543-42C1-894A-A90D0415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00450"/>
            <a:ext cx="1809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code-tiny MCP
+ doc-tiny MCP</a:t>
            </a:r>
          </a:p>
        </p:txBody>
      </p:sp>
      <p:sp>
        <p:nvSpPr>
          <p:cNvPr id="18" name="pipe-node-3">
            <a:extLst xmlns:a="http://schemas.openxmlformats.org/drawingml/2006/main">
              <a:ext uri="{FF2B5EF4-FFF2-40B4-BE49-F238E27FC236}">
                <a16:creationId xmlns:a16="http://schemas.microsoft.com/office/drawing/2014/main" id="{A8A54091-4B77-4B92-AEA3-566BEC0F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33625"/>
            <a:ext cx="23241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AF6FE"/>
          </a:solidFill>
        </p:spPr>
      </p:sp>
      <p:sp>
        <p:nvSpPr>
          <p:cNvPr id="19" name="pipe-num-3">
            <a:extLst xmlns:a="http://schemas.openxmlformats.org/drawingml/2006/main">
              <a:ext uri="{FF2B5EF4-FFF2-40B4-BE49-F238E27FC236}">
                <a16:creationId xmlns:a16="http://schemas.microsoft.com/office/drawing/2014/main" id="{BC45C526-410E-4DAC-8507-C0A21167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52700"/>
            <a:ext cx="457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0" name="pipe-head-3">
            <a:extLst xmlns:a="http://schemas.openxmlformats.org/drawingml/2006/main">
              <a:ext uri="{FF2B5EF4-FFF2-40B4-BE49-F238E27FC236}">
                <a16:creationId xmlns:a16="http://schemas.microsoft.com/office/drawing/2014/main" id="{D0287E70-DC69-422A-8B80-896DF6B1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09900"/>
            <a:ext cx="1809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Orchestrate</a:t>
            </a:r>
          </a:p>
        </p:txBody>
      </p:sp>
      <p:sp>
        <p:nvSpPr>
          <p:cNvPr id="21" name="pipe-body-3">
            <a:extLst xmlns:a="http://schemas.openxmlformats.org/drawingml/2006/main">
              <a:ext uri="{FF2B5EF4-FFF2-40B4-BE49-F238E27FC236}">
                <a16:creationId xmlns:a16="http://schemas.microsoft.com/office/drawing/2014/main" id="{798F7C2C-5EAD-45F9-AE84-C90B4F53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00450"/>
            <a:ext cx="1809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Context, tasks,
verify &amp; agents</a:t>
            </a:r>
          </a:p>
        </p:txBody>
      </p:sp>
      <p:sp>
        <p:nvSpPr>
          <p:cNvPr id="22" name="architecture-takeaway">
            <a:extLst xmlns:a="http://schemas.openxmlformats.org/drawingml/2006/main">
              <a:ext uri="{FF2B5EF4-FFF2-40B4-BE49-F238E27FC236}">
                <a16:creationId xmlns:a16="http://schemas.microsoft.com/office/drawing/2014/main" id="{75D27C27-7DD4-4CAC-BD28-C3BA07C2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113919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Điểm mấu chốt: parser dùng để nạp dữ liệu và parser profile dùng để truy vấn là hai lớp khác nhau.</a:t>
            </a:r>
          </a:p>
        </p:txBody>
      </p:sp>
      <p:sp>
        <p:nvSpPr>
          <p:cNvPr id="23" name="source-2">
            <a:extLst xmlns:a="http://schemas.openxmlformats.org/drawingml/2006/main">
              <a:ext uri="{FF2B5EF4-FFF2-40B4-BE49-F238E27FC236}">
                <a16:creationId xmlns:a16="http://schemas.microsoft.com/office/drawing/2014/main" id="{BB453CE9-1975-461A-A1F4-BF34ACBD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00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Nguồn: ReadMe.md; cortex_harness/dev.py</a:t>
            </a:r>
          </a:p>
        </p:txBody>
      </p:sp>
      <p:sp>
        <p:nvSpPr>
          <p:cNvPr id="24" name="page-2">
            <a:extLst xmlns:a="http://schemas.openxmlformats.org/drawingml/2006/main">
              <a:ext uri="{FF2B5EF4-FFF2-40B4-BE49-F238E27FC236}">
                <a16:creationId xmlns:a16="http://schemas.microsoft.com/office/drawing/2014/main" id="{C2269D3B-2CC2-4024-B727-8B2033BB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118556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E088A7EB-60F5-49A7-ADD9-939E1275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DEV COMMAND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2701B4-A3F3-4DD0-9F0D-4D1C8C4C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CLI gom toàn bộ vòng đời vào bốn nhóm lệnh</a:t>
            </a:r>
          </a:p>
        </p:txBody>
      </p:sp>
      <p:sp>
        <p:nvSpPr>
          <p:cNvPr id="3" name="topic-bg-1">
            <a:extLst xmlns:a="http://schemas.openxmlformats.org/drawingml/2006/main">
              <a:ext uri="{FF2B5EF4-FFF2-40B4-BE49-F238E27FC236}">
                <a16:creationId xmlns:a16="http://schemas.microsoft.com/office/drawing/2014/main" id="{DED260AB-D53D-4F3A-A4E2-6CD62D22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4292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5F5F5"/>
          </a:solidFill>
        </p:spPr>
      </p:sp>
      <p:sp>
        <p:nvSpPr>
          <p:cNvPr id="4" name="topic-accent-1">
            <a:extLst xmlns:a="http://schemas.openxmlformats.org/drawingml/2006/main">
              <a:ext uri="{FF2B5EF4-FFF2-40B4-BE49-F238E27FC236}">
                <a16:creationId xmlns:a16="http://schemas.microsoft.com/office/drawing/2014/main" id="{4DF5FA29-BEF1-43AB-8180-D691112B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5" name="topic-title-1">
            <a:extLst xmlns:a="http://schemas.openxmlformats.org/drawingml/2006/main">
              <a:ext uri="{FF2B5EF4-FFF2-40B4-BE49-F238E27FC236}">
                <a16:creationId xmlns:a16="http://schemas.microsoft.com/office/drawing/2014/main" id="{89229CE6-437B-4883-B0B4-0FE1D731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04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Lifecycle</a:t>
            </a:r>
          </a:p>
        </p:txBody>
      </p:sp>
      <p:sp>
        <p:nvSpPr>
          <p:cNvPr id="6" name="topic-body-1">
            <a:extLst xmlns:a="http://schemas.openxmlformats.org/drawingml/2006/main">
              <a:ext uri="{FF2B5EF4-FFF2-40B4-BE49-F238E27FC236}">
                <a16:creationId xmlns:a16="http://schemas.microsoft.com/office/drawing/2014/main" id="{C11AFABB-2324-41F8-82A0-30D01DBC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5048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build · install · infra-up/down
doctor · start · stop</a:t>
            </a:r>
          </a:p>
        </p:txBody>
      </p:sp>
      <p:sp>
        <p:nvSpPr>
          <p:cNvPr id="7" name="topic-bg-2">
            <a:extLst xmlns:a="http://schemas.openxmlformats.org/drawingml/2006/main">
              <a:ext uri="{FF2B5EF4-FFF2-40B4-BE49-F238E27FC236}">
                <a16:creationId xmlns:a16="http://schemas.microsoft.com/office/drawing/2014/main" id="{060CB5DD-2922-4B70-8915-8A327636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4292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AF6FE"/>
          </a:solidFill>
        </p:spPr>
      </p:sp>
      <p:sp>
        <p:nvSpPr>
          <p:cNvPr id="8" name="topic-accent-2">
            <a:extLst xmlns:a="http://schemas.openxmlformats.org/drawingml/2006/main">
              <a:ext uri="{FF2B5EF4-FFF2-40B4-BE49-F238E27FC236}">
                <a16:creationId xmlns:a16="http://schemas.microsoft.com/office/drawing/2014/main" id="{8A492055-7EA7-4F5D-B8E0-69D2A8D6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9" name="topic-title-2">
            <a:extLst xmlns:a="http://schemas.openxmlformats.org/drawingml/2006/main">
              <a:ext uri="{FF2B5EF4-FFF2-40B4-BE49-F238E27FC236}">
                <a16:creationId xmlns:a16="http://schemas.microsoft.com/office/drawing/2014/main" id="{217A7ED1-5CF9-48F3-B981-12D3CA03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19300"/>
            <a:ext cx="504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Data pipeline</a:t>
            </a:r>
          </a:p>
        </p:txBody>
      </p:sp>
      <p:sp>
        <p:nvSpPr>
          <p:cNvPr id="10" name="topic-body-2">
            <a:extLst xmlns:a="http://schemas.openxmlformats.org/drawingml/2006/main">
              <a:ext uri="{FF2B5EF4-FFF2-40B4-BE49-F238E27FC236}">
                <a16:creationId xmlns:a16="http://schemas.microsoft.com/office/drawing/2014/main" id="{E313FD18-9501-4BD8-9A71-1C33F00A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38400"/>
            <a:ext cx="5048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init · status · sync code
sync doc · add · all</a:t>
            </a:r>
          </a:p>
        </p:txBody>
      </p:sp>
      <p:sp>
        <p:nvSpPr>
          <p:cNvPr id="11" name="topic-bg-3">
            <a:extLst xmlns:a="http://schemas.openxmlformats.org/drawingml/2006/main">
              <a:ext uri="{FF2B5EF4-FFF2-40B4-BE49-F238E27FC236}">
                <a16:creationId xmlns:a16="http://schemas.microsoft.com/office/drawing/2014/main" id="{AD521E70-96F6-4163-AD2F-33174CF0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54292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5F5F5"/>
          </a:solidFill>
        </p:spPr>
      </p:sp>
      <p:sp>
        <p:nvSpPr>
          <p:cNvPr id="12" name="topic-accent-3">
            <a:extLst xmlns:a="http://schemas.openxmlformats.org/drawingml/2006/main">
              <a:ext uri="{FF2B5EF4-FFF2-40B4-BE49-F238E27FC236}">
                <a16:creationId xmlns:a16="http://schemas.microsoft.com/office/drawing/2014/main" id="{70DAB37C-50D0-4033-BA06-D0021517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3" name="topic-title-3">
            <a:extLst xmlns:a="http://schemas.openxmlformats.org/drawingml/2006/main">
              <a:ext uri="{FF2B5EF4-FFF2-40B4-BE49-F238E27FC236}">
                <a16:creationId xmlns:a16="http://schemas.microsoft.com/office/drawing/2014/main" id="{5569A6AF-CA5F-4EA3-BAD6-F27DBEED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504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MCP management</a:t>
            </a:r>
          </a:p>
        </p:txBody>
      </p:sp>
      <p:sp>
        <p:nvSpPr>
          <p:cNvPr id="14" name="topic-body-3">
            <a:extLst xmlns:a="http://schemas.openxmlformats.org/drawingml/2006/main">
              <a:ext uri="{FF2B5EF4-FFF2-40B4-BE49-F238E27FC236}">
                <a16:creationId xmlns:a16="http://schemas.microsoft.com/office/drawing/2014/main" id="{23DF9ED5-986A-4D3F-B8DD-2EA1DDE7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5048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mcp start · mcp add
workspace/global · agent targets</a:t>
            </a:r>
          </a:p>
        </p:txBody>
      </p:sp>
      <p:sp>
        <p:nvSpPr>
          <p:cNvPr id="15" name="topic-bg-4">
            <a:extLst xmlns:a="http://schemas.openxmlformats.org/drawingml/2006/main">
              <a:ext uri="{FF2B5EF4-FFF2-40B4-BE49-F238E27FC236}">
                <a16:creationId xmlns:a16="http://schemas.microsoft.com/office/drawing/2014/main" id="{6863CC45-3B58-4194-9CD9-770603C3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62375"/>
            <a:ext cx="54292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AF6FE"/>
          </a:solidFill>
        </p:spPr>
      </p:sp>
      <p:sp>
        <p:nvSpPr>
          <p:cNvPr id="16" name="topic-accent-4">
            <a:extLst xmlns:a="http://schemas.openxmlformats.org/drawingml/2006/main">
              <a:ext uri="{FF2B5EF4-FFF2-40B4-BE49-F238E27FC236}">
                <a16:creationId xmlns:a16="http://schemas.microsoft.com/office/drawing/2014/main" id="{9E21B6BA-B769-495D-8FCE-656B5D76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62375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7" name="topic-title-4">
            <a:extLst xmlns:a="http://schemas.openxmlformats.org/drawingml/2006/main">
              <a:ext uri="{FF2B5EF4-FFF2-40B4-BE49-F238E27FC236}">
                <a16:creationId xmlns:a16="http://schemas.microsoft.com/office/drawing/2014/main" id="{657E8E61-CC5A-49A0-B0FC-3F02C226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71925"/>
            <a:ext cx="504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Harness orchestration</a:t>
            </a:r>
          </a:p>
        </p:txBody>
      </p:sp>
      <p:sp>
        <p:nvSpPr>
          <p:cNvPr id="18" name="topic-body-4">
            <a:extLst xmlns:a="http://schemas.openxmlformats.org/drawingml/2006/main">
              <a:ext uri="{FF2B5EF4-FFF2-40B4-BE49-F238E27FC236}">
                <a16:creationId xmlns:a16="http://schemas.microsoft.com/office/drawing/2014/main" id="{9590DF12-DE81-4CC0-A419-9D5860DA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91025"/>
            <a:ext cx="5048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harness init/status/task
run · context · verify</a:t>
            </a:r>
          </a:p>
        </p:txBody>
      </p:sp>
      <p:sp>
        <p:nvSpPr>
          <p:cNvPr id="19" name="cli-note">
            <a:extLst xmlns:a="http://schemas.openxmlformats.org/drawingml/2006/main">
              <a:ext uri="{FF2B5EF4-FFF2-40B4-BE49-F238E27FC236}">
                <a16:creationId xmlns:a16="http://schemas.microsoft.com/office/drawing/2014/main" id="{71099FFA-B553-428A-9DBF-99146010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11391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dev sync code tự phát hiện ngôn ngữ; dev sync code all chạy toàn bộ analyzer có sẵn và overlay phù hợp.</a:t>
            </a:r>
          </a:p>
        </p:txBody>
      </p:sp>
      <p:sp>
        <p:nvSpPr>
          <p:cNvPr id="20" name="source-3">
            <a:extLst xmlns:a="http://schemas.openxmlformats.org/drawingml/2006/main">
              <a:ext uri="{FF2B5EF4-FFF2-40B4-BE49-F238E27FC236}">
                <a16:creationId xmlns:a16="http://schemas.microsoft.com/office/drawing/2014/main" id="{2D64026B-08AE-45CF-97EE-4866DC2C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00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Nguồn: ReadMe.md; docs/HARNESS_WORKFLOW.md; cortex_harness/dev.py</a:t>
            </a:r>
          </a:p>
        </p:txBody>
      </p:sp>
      <p:sp>
        <p:nvSpPr>
          <p:cNvPr id="21" name="page-3">
            <a:extLst xmlns:a="http://schemas.openxmlformats.org/drawingml/2006/main">
              <a:ext uri="{FF2B5EF4-FFF2-40B4-BE49-F238E27FC236}">
                <a16:creationId xmlns:a16="http://schemas.microsoft.com/office/drawing/2014/main" id="{3F91E989-568D-4BB1-B546-35AD1596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015083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">
            <a:extLst xmlns:a="http://schemas.openxmlformats.org/drawingml/2006/main">
              <a:ext uri="{FF2B5EF4-FFF2-40B4-BE49-F238E27FC236}">
                <a16:creationId xmlns:a16="http://schemas.microsoft.com/office/drawing/2014/main" id="{CCF0722E-C27C-4B7A-A166-C2D3D44C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CODE INGESTION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FEFCBDA-0AF1-4CF0-B265-B0EF4431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24 analyzer keys phủ 21 họ file và 3 chế độ Android</a:t>
            </a:r>
          </a:p>
        </p:txBody>
      </p:sp>
      <p:sp>
        <p:nvSpPr>
          <p:cNvPr id="3" name="topic-bg-1">
            <a:extLst xmlns:a="http://schemas.openxmlformats.org/drawingml/2006/main">
              <a:ext uri="{FF2B5EF4-FFF2-40B4-BE49-F238E27FC236}">
                <a16:creationId xmlns:a16="http://schemas.microsoft.com/office/drawing/2014/main" id="{77029651-F011-476A-9012-EED9DCF7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4480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5F5F5"/>
          </a:solidFill>
        </p:spPr>
      </p:sp>
      <p:sp>
        <p:nvSpPr>
          <p:cNvPr id="4" name="topic-accent-1">
            <a:extLst xmlns:a="http://schemas.openxmlformats.org/drawingml/2006/main">
              <a:ext uri="{FF2B5EF4-FFF2-40B4-BE49-F238E27FC236}">
                <a16:creationId xmlns:a16="http://schemas.microsoft.com/office/drawing/2014/main" id="{72F400A1-4986-4076-AB8C-60310126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5" name="topic-title-1">
            <a:extLst xmlns:a="http://schemas.openxmlformats.org/drawingml/2006/main">
              <a:ext uri="{FF2B5EF4-FFF2-40B4-BE49-F238E27FC236}">
                <a16:creationId xmlns:a16="http://schemas.microsoft.com/office/drawing/2014/main" id="{F51CE8F3-870C-4E74-9507-19142CD4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3067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JVM &amp; mobile</a:t>
            </a:r>
          </a:p>
        </p:txBody>
      </p:sp>
      <p:sp>
        <p:nvSpPr>
          <p:cNvPr id="6" name="topic-body-1">
            <a:extLst xmlns:a="http://schemas.openxmlformats.org/drawingml/2006/main">
              <a:ext uri="{FF2B5EF4-FFF2-40B4-BE49-F238E27FC236}">
                <a16:creationId xmlns:a16="http://schemas.microsoft.com/office/drawing/2014/main" id="{97178A38-0C98-4E4E-B838-2CD1CB2F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30670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java · kotlin · dart · swift</a:t>
            </a:r>
          </a:p>
        </p:txBody>
      </p:sp>
      <p:sp>
        <p:nvSpPr>
          <p:cNvPr id="7" name="topic-bg-2">
            <a:extLst xmlns:a="http://schemas.openxmlformats.org/drawingml/2006/main">
              <a:ext uri="{FF2B5EF4-FFF2-40B4-BE49-F238E27FC236}">
                <a16:creationId xmlns:a16="http://schemas.microsoft.com/office/drawing/2014/main" id="{6FB90D2C-589E-46F3-BCF2-93EA23B2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809750"/>
            <a:ext cx="34480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5F5F5"/>
          </a:solidFill>
        </p:spPr>
      </p:sp>
      <p:sp>
        <p:nvSpPr>
          <p:cNvPr id="8" name="topic-accent-2">
            <a:extLst xmlns:a="http://schemas.openxmlformats.org/drawingml/2006/main">
              <a:ext uri="{FF2B5EF4-FFF2-40B4-BE49-F238E27FC236}">
                <a16:creationId xmlns:a16="http://schemas.microsoft.com/office/drawing/2014/main" id="{4E0428A4-1255-4FF4-BCDD-E64AA248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809750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9" name="topic-title-2">
            <a:extLst xmlns:a="http://schemas.openxmlformats.org/drawingml/2006/main">
              <a:ext uri="{FF2B5EF4-FFF2-40B4-BE49-F238E27FC236}">
                <a16:creationId xmlns:a16="http://schemas.microsoft.com/office/drawing/2014/main" id="{92B5D5E9-5274-4028-885A-0D43EB83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019300"/>
            <a:ext cx="3067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Web &amp; scripting</a:t>
            </a:r>
          </a:p>
        </p:txBody>
      </p:sp>
      <p:sp>
        <p:nvSpPr>
          <p:cNvPr id="10" name="topic-body-2">
            <a:extLst xmlns:a="http://schemas.openxmlformats.org/drawingml/2006/main">
              <a:ext uri="{FF2B5EF4-FFF2-40B4-BE49-F238E27FC236}">
                <a16:creationId xmlns:a16="http://schemas.microsoft.com/office/drawing/2014/main" id="{5E10FAA8-BBC1-458A-B214-B773D82B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438400"/>
            <a:ext cx="30670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ts · js · php · python · perl</a:t>
            </a:r>
          </a:p>
        </p:txBody>
      </p:sp>
      <p:sp>
        <p:nvSpPr>
          <p:cNvPr id="11" name="topic-bg-3">
            <a:extLst xmlns:a="http://schemas.openxmlformats.org/drawingml/2006/main">
              <a:ext uri="{FF2B5EF4-FFF2-40B4-BE49-F238E27FC236}">
                <a16:creationId xmlns:a16="http://schemas.microsoft.com/office/drawing/2014/main" id="{EF659AFA-76BF-4133-8C4E-07B0255A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9750"/>
            <a:ext cx="34480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5F5F5"/>
          </a:solidFill>
        </p:spPr>
      </p:sp>
      <p:sp>
        <p:nvSpPr>
          <p:cNvPr id="12" name="topic-accent-3">
            <a:extLst xmlns:a="http://schemas.openxmlformats.org/drawingml/2006/main">
              <a:ext uri="{FF2B5EF4-FFF2-40B4-BE49-F238E27FC236}">
                <a16:creationId xmlns:a16="http://schemas.microsoft.com/office/drawing/2014/main" id="{B3589A2F-D7DF-47E2-80F2-D296E874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9750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3" name="topic-title-3">
            <a:extLst xmlns:a="http://schemas.openxmlformats.org/drawingml/2006/main">
              <a:ext uri="{FF2B5EF4-FFF2-40B4-BE49-F238E27FC236}">
                <a16:creationId xmlns:a16="http://schemas.microsoft.com/office/drawing/2014/main" id="{CB4FD135-C9C7-493A-8466-21542361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19300"/>
            <a:ext cx="3067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Systems</a:t>
            </a:r>
          </a:p>
        </p:txBody>
      </p:sp>
      <p:sp>
        <p:nvSpPr>
          <p:cNvPr id="14" name="topic-body-3">
            <a:extLst xmlns:a="http://schemas.openxmlformats.org/drawingml/2006/main">
              <a:ext uri="{FF2B5EF4-FFF2-40B4-BE49-F238E27FC236}">
                <a16:creationId xmlns:a16="http://schemas.microsoft.com/office/drawing/2014/main" id="{5AAE9608-9262-48DD-BDC5-061532B4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38400"/>
            <a:ext cx="30670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cplus · csharp · go · rust</a:t>
            </a:r>
          </a:p>
        </p:txBody>
      </p:sp>
      <p:sp>
        <p:nvSpPr>
          <p:cNvPr id="15" name="topic-bg-4">
            <a:extLst xmlns:a="http://schemas.openxmlformats.org/drawingml/2006/main">
              <a:ext uri="{FF2B5EF4-FFF2-40B4-BE49-F238E27FC236}">
                <a16:creationId xmlns:a16="http://schemas.microsoft.com/office/drawing/2014/main" id="{0F449EC2-BE6D-461E-9407-E3250C4A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34480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5F5F5"/>
          </a:solidFill>
        </p:spPr>
      </p:sp>
      <p:sp>
        <p:nvSpPr>
          <p:cNvPr id="16" name="topic-accent-4">
            <a:extLst xmlns:a="http://schemas.openxmlformats.org/drawingml/2006/main">
              <a:ext uri="{FF2B5EF4-FFF2-40B4-BE49-F238E27FC236}">
                <a16:creationId xmlns:a16="http://schemas.microsoft.com/office/drawing/2014/main" id="{2F13F377-C17E-444F-9692-C4A5D910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7" name="topic-title-4">
            <a:extLst xmlns:a="http://schemas.openxmlformats.org/drawingml/2006/main">
              <a:ext uri="{FF2B5EF4-FFF2-40B4-BE49-F238E27FC236}">
                <a16:creationId xmlns:a16="http://schemas.microsoft.com/office/drawing/2014/main" id="{7361023C-F025-4D4A-A166-4E176117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3067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Data</a:t>
            </a:r>
          </a:p>
        </p:txBody>
      </p:sp>
      <p:sp>
        <p:nvSpPr>
          <p:cNvPr id="18" name="topic-body-4">
            <a:extLst xmlns:a="http://schemas.openxmlformats.org/drawingml/2006/main">
              <a:ext uri="{FF2B5EF4-FFF2-40B4-BE49-F238E27FC236}">
                <a16:creationId xmlns:a16="http://schemas.microsoft.com/office/drawing/2014/main" id="{13228CE1-69FA-4D65-B13B-5F4768B9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30670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sql · plsql</a:t>
            </a:r>
          </a:p>
        </p:txBody>
      </p:sp>
      <p:sp>
        <p:nvSpPr>
          <p:cNvPr id="19" name="topic-bg-5">
            <a:extLst xmlns:a="http://schemas.openxmlformats.org/drawingml/2006/main">
              <a:ext uri="{FF2B5EF4-FFF2-40B4-BE49-F238E27FC236}">
                <a16:creationId xmlns:a16="http://schemas.microsoft.com/office/drawing/2014/main" id="{F3BF6B40-26D3-4D88-B324-5E680874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857625"/>
            <a:ext cx="34480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5F5F5"/>
          </a:solidFill>
        </p:spPr>
      </p:sp>
      <p:sp>
        <p:nvSpPr>
          <p:cNvPr id="20" name="topic-accent-5">
            <a:extLst xmlns:a="http://schemas.openxmlformats.org/drawingml/2006/main">
              <a:ext uri="{FF2B5EF4-FFF2-40B4-BE49-F238E27FC236}">
                <a16:creationId xmlns:a16="http://schemas.microsoft.com/office/drawing/2014/main" id="{BE3BF8DB-5686-48E8-AE18-66320EC5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857625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21" name="topic-title-5">
            <a:extLst xmlns:a="http://schemas.openxmlformats.org/drawingml/2006/main">
              <a:ext uri="{FF2B5EF4-FFF2-40B4-BE49-F238E27FC236}">
                <a16:creationId xmlns:a16="http://schemas.microsoft.com/office/drawing/2014/main" id="{2CE578C4-84E8-4997-BC29-613EDB45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067175"/>
            <a:ext cx="3067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Legacy / desktop</a:t>
            </a:r>
          </a:p>
        </p:txBody>
      </p:sp>
      <p:sp>
        <p:nvSpPr>
          <p:cNvPr id="22" name="topic-body-5">
            <a:extLst xmlns:a="http://schemas.openxmlformats.org/drawingml/2006/main">
              <a:ext uri="{FF2B5EF4-FFF2-40B4-BE49-F238E27FC236}">
                <a16:creationId xmlns:a16="http://schemas.microsoft.com/office/drawing/2014/main" id="{6BACF400-AA48-4C95-8CB4-C23007CC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486275"/>
            <a:ext cx="30670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cobol · delphi · vbnet
vb6 · vba · vbscript</a:t>
            </a:r>
          </a:p>
        </p:txBody>
      </p:sp>
      <p:sp>
        <p:nvSpPr>
          <p:cNvPr id="23" name="topic-bg-6">
            <a:extLst xmlns:a="http://schemas.openxmlformats.org/drawingml/2006/main">
              <a:ext uri="{FF2B5EF4-FFF2-40B4-BE49-F238E27FC236}">
                <a16:creationId xmlns:a16="http://schemas.microsoft.com/office/drawing/2014/main" id="{06EE18C8-58C6-419E-BFBD-44DC04EE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57625"/>
            <a:ext cx="34480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AF6FE"/>
          </a:solidFill>
        </p:spPr>
      </p:sp>
      <p:sp>
        <p:nvSpPr>
          <p:cNvPr id="24" name="topic-accent-6">
            <a:extLst xmlns:a="http://schemas.openxmlformats.org/drawingml/2006/main">
              <a:ext uri="{FF2B5EF4-FFF2-40B4-BE49-F238E27FC236}">
                <a16:creationId xmlns:a16="http://schemas.microsoft.com/office/drawing/2014/main" id="{AA0EA573-56F4-4EB0-A531-F7882F3B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57625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25" name="topic-title-6">
            <a:extLst xmlns:a="http://schemas.openxmlformats.org/drawingml/2006/main">
              <a:ext uri="{FF2B5EF4-FFF2-40B4-BE49-F238E27FC236}">
                <a16:creationId xmlns:a16="http://schemas.microsoft.com/office/drawing/2014/main" id="{2AD3425E-8390-4FB6-9468-F62621C3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67175"/>
            <a:ext cx="3067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Android project modes</a:t>
            </a:r>
          </a:p>
        </p:txBody>
      </p:sp>
      <p:sp>
        <p:nvSpPr>
          <p:cNvPr id="26" name="topic-body-6">
            <a:extLst xmlns:a="http://schemas.openxmlformats.org/drawingml/2006/main">
              <a:ext uri="{FF2B5EF4-FFF2-40B4-BE49-F238E27FC236}">
                <a16:creationId xmlns:a16="http://schemas.microsoft.com/office/drawing/2014/main" id="{D4B0A7FD-FF7B-40A6-B9D0-FE308E72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86275"/>
            <a:ext cx="30670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android_java · android_kotlin
android_mixed</a:t>
            </a:r>
          </a:p>
        </p:txBody>
      </p:sp>
      <p:sp>
        <p:nvSpPr>
          <p:cNvPr id="27" name="source-4">
            <a:extLst xmlns:a="http://schemas.openxmlformats.org/drawingml/2006/main">
              <a:ext uri="{FF2B5EF4-FFF2-40B4-BE49-F238E27FC236}">
                <a16:creationId xmlns:a16="http://schemas.microsoft.com/office/drawing/2014/main" id="{0654EDE5-929F-43B5-A910-36011C9A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00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Nguồn: cortex_harness/dev.py — LANG_ANALYZERS, LANG_EXTENSIONS, _detect_langs</a:t>
            </a:r>
          </a:p>
        </p:txBody>
      </p:sp>
      <p:sp>
        <p:nvSpPr>
          <p:cNvPr id="28" name="page-4">
            <a:extLst xmlns:a="http://schemas.openxmlformats.org/drawingml/2006/main">
              <a:ext uri="{FF2B5EF4-FFF2-40B4-BE49-F238E27FC236}">
                <a16:creationId xmlns:a16="http://schemas.microsoft.com/office/drawing/2014/main" id="{FD9EA792-4470-4ADC-9875-2983C932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857723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kicker">
            <a:extLst xmlns:a="http://schemas.openxmlformats.org/drawingml/2006/main">
              <a:ext uri="{FF2B5EF4-FFF2-40B4-BE49-F238E27FC236}">
                <a16:creationId xmlns:a16="http://schemas.microsoft.com/office/drawing/2014/main" id="{CC16DBB7-848C-462B-B364-892232EE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FRAMEWORK ANALYZERS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697249-AF65-48CA-9584-87E26BD1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 overlay bổ sung semantics theo framework</a:t>
            </a:r>
          </a:p>
        </p:txBody>
      </p:sp>
      <p:sp>
        <p:nvSpPr>
          <p:cNvPr id="3" name="topic-bg-1">
            <a:extLst xmlns:a="http://schemas.openxmlformats.org/drawingml/2006/main">
              <a:ext uri="{FF2B5EF4-FFF2-40B4-BE49-F238E27FC236}">
                <a16:creationId xmlns:a16="http://schemas.microsoft.com/office/drawing/2014/main" id="{6615129B-483F-45A7-96CC-ECF0BB56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5908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5F5F5"/>
          </a:solidFill>
        </p:spPr>
      </p:sp>
      <p:sp>
        <p:nvSpPr>
          <p:cNvPr id="4" name="topic-accent-1">
            <a:extLst xmlns:a="http://schemas.openxmlformats.org/drawingml/2006/main">
              <a:ext uri="{FF2B5EF4-FFF2-40B4-BE49-F238E27FC236}">
                <a16:creationId xmlns:a16="http://schemas.microsoft.com/office/drawing/2014/main" id="{F34C3247-7E65-4806-9085-F996D5D5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5" name="topic-title-1">
            <a:extLst xmlns:a="http://schemas.openxmlformats.org/drawingml/2006/main">
              <a:ext uri="{FF2B5EF4-FFF2-40B4-BE49-F238E27FC236}">
                <a16:creationId xmlns:a16="http://schemas.microsoft.com/office/drawing/2014/main" id="{0FB438FC-4EF1-4861-9B02-F119858E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2209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Spring</a:t>
            </a:r>
          </a:p>
        </p:txBody>
      </p:sp>
      <p:sp>
        <p:nvSpPr>
          <p:cNvPr id="6" name="topic-body-1">
            <a:extLst xmlns:a="http://schemas.openxmlformats.org/drawingml/2006/main">
              <a:ext uri="{FF2B5EF4-FFF2-40B4-BE49-F238E27FC236}">
                <a16:creationId xmlns:a16="http://schemas.microsoft.com/office/drawing/2014/main" id="{FB02FA58-AA16-434D-96AC-C9DA91D4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2209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Controller · service · JPA
security · events</a:t>
            </a:r>
          </a:p>
        </p:txBody>
      </p:sp>
      <p:sp>
        <p:nvSpPr>
          <p:cNvPr id="7" name="topic-bg-2">
            <a:extLst xmlns:a="http://schemas.openxmlformats.org/drawingml/2006/main">
              <a:ext uri="{FF2B5EF4-FFF2-40B4-BE49-F238E27FC236}">
                <a16:creationId xmlns:a16="http://schemas.microsoft.com/office/drawing/2014/main" id="{D87A0BA7-52FD-4A43-884E-E00A7A06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09750"/>
            <a:ext cx="25908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5F5F5"/>
          </a:solidFill>
        </p:spPr>
      </p:sp>
      <p:sp>
        <p:nvSpPr>
          <p:cNvPr id="8" name="topic-accent-2">
            <a:extLst xmlns:a="http://schemas.openxmlformats.org/drawingml/2006/main">
              <a:ext uri="{FF2B5EF4-FFF2-40B4-BE49-F238E27FC236}">
                <a16:creationId xmlns:a16="http://schemas.microsoft.com/office/drawing/2014/main" id="{1EFF85F8-B2D8-4A47-ADD5-D9F34FD1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09750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9" name="topic-title-2">
            <a:extLst xmlns:a="http://schemas.openxmlformats.org/drawingml/2006/main">
              <a:ext uri="{FF2B5EF4-FFF2-40B4-BE49-F238E27FC236}">
                <a16:creationId xmlns:a16="http://schemas.microsoft.com/office/drawing/2014/main" id="{ACF19E84-B1D3-4647-AA7D-C25A9B48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19300"/>
            <a:ext cx="2209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Servlet / JSP</a:t>
            </a:r>
          </a:p>
        </p:txBody>
      </p:sp>
      <p:sp>
        <p:nvSpPr>
          <p:cNvPr id="10" name="topic-body-2">
            <a:extLst xmlns:a="http://schemas.openxmlformats.org/drawingml/2006/main">
              <a:ext uri="{FF2B5EF4-FFF2-40B4-BE49-F238E27FC236}">
                <a16:creationId xmlns:a16="http://schemas.microsoft.com/office/drawing/2014/main" id="{0ED4A4E2-1697-4A56-A096-7E507615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38400"/>
            <a:ext cx="2209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web.xml · filters · JSP
routes · security</a:t>
            </a:r>
          </a:p>
        </p:txBody>
      </p:sp>
      <p:sp>
        <p:nvSpPr>
          <p:cNvPr id="11" name="topic-bg-3">
            <a:extLst xmlns:a="http://schemas.openxmlformats.org/drawingml/2006/main">
              <a:ext uri="{FF2B5EF4-FFF2-40B4-BE49-F238E27FC236}">
                <a16:creationId xmlns:a16="http://schemas.microsoft.com/office/drawing/2014/main" id="{2A883D34-CA5E-4E41-B844-9578679E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25908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5F5F5"/>
          </a:solidFill>
        </p:spPr>
      </p:sp>
      <p:sp>
        <p:nvSpPr>
          <p:cNvPr id="12" name="topic-accent-3">
            <a:extLst xmlns:a="http://schemas.openxmlformats.org/drawingml/2006/main">
              <a:ext uri="{FF2B5EF4-FFF2-40B4-BE49-F238E27FC236}">
                <a16:creationId xmlns:a16="http://schemas.microsoft.com/office/drawing/2014/main" id="{8BB925A6-2861-4943-8856-34656C8F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3" name="topic-title-3">
            <a:extLst xmlns:a="http://schemas.openxmlformats.org/drawingml/2006/main">
              <a:ext uri="{FF2B5EF4-FFF2-40B4-BE49-F238E27FC236}">
                <a16:creationId xmlns:a16="http://schemas.microsoft.com/office/drawing/2014/main" id="{FECA3F9F-9483-4B63-900C-15D227A0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19300"/>
            <a:ext cx="2209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MyBatis</a:t>
            </a:r>
          </a:p>
        </p:txBody>
      </p:sp>
      <p:sp>
        <p:nvSpPr>
          <p:cNvPr id="14" name="topic-body-3">
            <a:extLst xmlns:a="http://schemas.openxmlformats.org/drawingml/2006/main">
              <a:ext uri="{FF2B5EF4-FFF2-40B4-BE49-F238E27FC236}">
                <a16:creationId xmlns:a16="http://schemas.microsoft.com/office/drawing/2014/main" id="{5FA2CAC0-E6F3-43D2-8412-03A9AF56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38400"/>
            <a:ext cx="2209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411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mappers · SQL · result maps
tables · columns</a:t>
            </a:r>
          </a:p>
        </p:txBody>
      </p:sp>
      <p:sp>
        <p:nvSpPr>
          <p:cNvPr id="15" name="topic-bg-4">
            <a:extLst xmlns:a="http://schemas.openxmlformats.org/drawingml/2006/main">
              <a:ext uri="{FF2B5EF4-FFF2-40B4-BE49-F238E27FC236}">
                <a16:creationId xmlns:a16="http://schemas.microsoft.com/office/drawing/2014/main" id="{82DBE48C-8EBB-405B-A59A-B91AD090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25908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5F5F5"/>
          </a:solidFill>
        </p:spPr>
      </p:sp>
      <p:sp>
        <p:nvSpPr>
          <p:cNvPr id="16" name="topic-accent-4">
            <a:extLst xmlns:a="http://schemas.openxmlformats.org/drawingml/2006/main">
              <a:ext uri="{FF2B5EF4-FFF2-40B4-BE49-F238E27FC236}">
                <a16:creationId xmlns:a16="http://schemas.microsoft.com/office/drawing/2014/main" id="{E30B182D-2373-452A-B244-2A397A44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7" name="topic-title-4">
            <a:extLst xmlns:a="http://schemas.openxmlformats.org/drawingml/2006/main">
              <a:ext uri="{FF2B5EF4-FFF2-40B4-BE49-F238E27FC236}">
                <a16:creationId xmlns:a16="http://schemas.microsoft.com/office/drawing/2014/main" id="{1F25BCBD-A39C-4D87-A454-2E275315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19300"/>
            <a:ext cx="2209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Struts</a:t>
            </a:r>
          </a:p>
        </p:txBody>
      </p:sp>
      <p:sp>
        <p:nvSpPr>
          <p:cNvPr id="18" name="topic-body-4">
            <a:extLst xmlns:a="http://schemas.openxmlformats.org/drawingml/2006/main">
              <a:ext uri="{FF2B5EF4-FFF2-40B4-BE49-F238E27FC236}">
                <a16:creationId xmlns:a16="http://schemas.microsoft.com/office/drawing/2014/main" id="{21D1E9B7-66DA-4394-86B2-7630CE05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38400"/>
            <a:ext cx="2209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actions · interceptors
results · validation</a:t>
            </a:r>
          </a:p>
        </p:txBody>
      </p:sp>
      <p:sp>
        <p:nvSpPr>
          <p:cNvPr id="19" name="topic-bg-5">
            <a:extLst xmlns:a="http://schemas.openxmlformats.org/drawingml/2006/main">
              <a:ext uri="{FF2B5EF4-FFF2-40B4-BE49-F238E27FC236}">
                <a16:creationId xmlns:a16="http://schemas.microsoft.com/office/drawing/2014/main" id="{1CAB119B-A73E-4B1B-B37A-AC74B216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25908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5F5F5"/>
          </a:solidFill>
        </p:spPr>
      </p:sp>
      <p:sp>
        <p:nvSpPr>
          <p:cNvPr id="20" name="topic-accent-5">
            <a:extLst xmlns:a="http://schemas.openxmlformats.org/drawingml/2006/main">
              <a:ext uri="{FF2B5EF4-FFF2-40B4-BE49-F238E27FC236}">
                <a16:creationId xmlns:a16="http://schemas.microsoft.com/office/drawing/2014/main" id="{CE763B49-CAB1-472B-8EEB-623817EE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21" name="topic-title-5">
            <a:extLst xmlns:a="http://schemas.openxmlformats.org/drawingml/2006/main">
              <a:ext uri="{FF2B5EF4-FFF2-40B4-BE49-F238E27FC236}">
                <a16:creationId xmlns:a16="http://schemas.microsoft.com/office/drawing/2014/main" id="{06A2411A-163C-4404-976C-46C81A16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2209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Flutter</a:t>
            </a:r>
          </a:p>
        </p:txBody>
      </p:sp>
      <p:sp>
        <p:nvSpPr>
          <p:cNvPr id="22" name="topic-body-5">
            <a:extLst xmlns:a="http://schemas.openxmlformats.org/drawingml/2006/main">
              <a:ext uri="{FF2B5EF4-FFF2-40B4-BE49-F238E27FC236}">
                <a16:creationId xmlns:a16="http://schemas.microsoft.com/office/drawing/2014/main" id="{6A6B7A95-C44F-43BC-8829-8989E941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2209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imports · inheritance
widgets · call graph</a:t>
            </a:r>
          </a:p>
        </p:txBody>
      </p:sp>
      <p:sp>
        <p:nvSpPr>
          <p:cNvPr id="23" name="topic-bg-6">
            <a:extLst xmlns:a="http://schemas.openxmlformats.org/drawingml/2006/main">
              <a:ext uri="{FF2B5EF4-FFF2-40B4-BE49-F238E27FC236}">
                <a16:creationId xmlns:a16="http://schemas.microsoft.com/office/drawing/2014/main" id="{C7FB8F01-E2D2-4BDD-9D63-C923D0B7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29050"/>
            <a:ext cx="25908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5F5F5"/>
          </a:solidFill>
        </p:spPr>
      </p:sp>
      <p:sp>
        <p:nvSpPr>
          <p:cNvPr id="24" name="topic-accent-6">
            <a:extLst xmlns:a="http://schemas.openxmlformats.org/drawingml/2006/main">
              <a:ext uri="{FF2B5EF4-FFF2-40B4-BE49-F238E27FC236}">
                <a16:creationId xmlns:a16="http://schemas.microsoft.com/office/drawing/2014/main" id="{9CBA2BDD-3071-44BE-991E-DF3A6FA9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29050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25" name="topic-title-6">
            <a:extLst xmlns:a="http://schemas.openxmlformats.org/drawingml/2006/main">
              <a:ext uri="{FF2B5EF4-FFF2-40B4-BE49-F238E27FC236}">
                <a16:creationId xmlns:a16="http://schemas.microsoft.com/office/drawing/2014/main" id="{A6A79DDA-9B27-4A64-97DA-ACF38F82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38600"/>
            <a:ext cx="2209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.NET Framework</a:t>
            </a:r>
          </a:p>
        </p:txBody>
      </p:sp>
      <p:sp>
        <p:nvSpPr>
          <p:cNvPr id="26" name="topic-body-6">
            <a:extLst xmlns:a="http://schemas.openxmlformats.org/drawingml/2006/main">
              <a:ext uri="{FF2B5EF4-FFF2-40B4-BE49-F238E27FC236}">
                <a16:creationId xmlns:a16="http://schemas.microsoft.com/office/drawing/2014/main" id="{CF057230-EC35-40C7-AB65-AE3B43F4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57700"/>
            <a:ext cx="2209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Web Forms / MVC
config · session · views</a:t>
            </a:r>
          </a:p>
        </p:txBody>
      </p:sp>
      <p:sp>
        <p:nvSpPr>
          <p:cNvPr id="27" name="topic-bg-7">
            <a:extLst xmlns:a="http://schemas.openxmlformats.org/drawingml/2006/main">
              <a:ext uri="{FF2B5EF4-FFF2-40B4-BE49-F238E27FC236}">
                <a16:creationId xmlns:a16="http://schemas.microsoft.com/office/drawing/2014/main" id="{0DAD8AAC-5F96-41EF-B4FD-E5C3B7A1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29050"/>
            <a:ext cx="25908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5F5F5"/>
          </a:solidFill>
        </p:spPr>
      </p:sp>
      <p:sp>
        <p:nvSpPr>
          <p:cNvPr id="28" name="topic-accent-7">
            <a:extLst xmlns:a="http://schemas.openxmlformats.org/drawingml/2006/main">
              <a:ext uri="{FF2B5EF4-FFF2-40B4-BE49-F238E27FC236}">
                <a16:creationId xmlns:a16="http://schemas.microsoft.com/office/drawing/2014/main" id="{C69FFBE8-D1D8-4116-8E9D-CFE7BC92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29050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29" name="topic-title-7">
            <a:extLst xmlns:a="http://schemas.openxmlformats.org/drawingml/2006/main">
              <a:ext uri="{FF2B5EF4-FFF2-40B4-BE49-F238E27FC236}">
                <a16:creationId xmlns:a16="http://schemas.microsoft.com/office/drawing/2014/main" id="{8F3601F0-B18E-4DC0-8054-40AF2CED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38600"/>
            <a:ext cx="2209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ASP.NET Core</a:t>
            </a:r>
          </a:p>
        </p:txBody>
      </p:sp>
      <p:sp>
        <p:nvSpPr>
          <p:cNvPr id="30" name="topic-body-7">
            <a:extLst xmlns:a="http://schemas.openxmlformats.org/drawingml/2006/main">
              <a:ext uri="{FF2B5EF4-FFF2-40B4-BE49-F238E27FC236}">
                <a16:creationId xmlns:a16="http://schemas.microsoft.com/office/drawing/2014/main" id="{61C466A4-8C69-4F86-AEB4-AC43314F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57700"/>
            <a:ext cx="2209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893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middleware · DI · routing
Razor · auth</a:t>
            </a:r>
          </a:p>
        </p:txBody>
      </p:sp>
      <p:sp>
        <p:nvSpPr>
          <p:cNvPr id="31" name="topic-bg-8">
            <a:extLst xmlns:a="http://schemas.openxmlformats.org/drawingml/2006/main">
              <a:ext uri="{FF2B5EF4-FFF2-40B4-BE49-F238E27FC236}">
                <a16:creationId xmlns:a16="http://schemas.microsoft.com/office/drawing/2014/main" id="{F9DA0859-D678-42CE-91B7-EC128407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29050"/>
            <a:ext cx="25908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AF6FE"/>
          </a:solidFill>
        </p:spPr>
      </p:sp>
      <p:sp>
        <p:nvSpPr>
          <p:cNvPr id="32" name="topic-accent-8">
            <a:extLst xmlns:a="http://schemas.openxmlformats.org/drawingml/2006/main">
              <a:ext uri="{FF2B5EF4-FFF2-40B4-BE49-F238E27FC236}">
                <a16:creationId xmlns:a16="http://schemas.microsoft.com/office/drawing/2014/main" id="{477F3508-1E49-40F3-B674-12EA79E4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29050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33" name="topic-title-8">
            <a:extLst xmlns:a="http://schemas.openxmlformats.org/drawingml/2006/main">
              <a:ext uri="{FF2B5EF4-FFF2-40B4-BE49-F238E27FC236}">
                <a16:creationId xmlns:a16="http://schemas.microsoft.com/office/drawing/2014/main" id="{15E9CF74-0AAA-4AE2-A45C-457A68D2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38600"/>
            <a:ext cx="2209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Detector-gated</a:t>
            </a:r>
          </a:p>
        </p:txBody>
      </p:sp>
      <p:sp>
        <p:nvSpPr>
          <p:cNvPr id="34" name="topic-body-8">
            <a:extLst xmlns:a="http://schemas.openxmlformats.org/drawingml/2006/main">
              <a:ext uri="{FF2B5EF4-FFF2-40B4-BE49-F238E27FC236}">
                <a16:creationId xmlns:a16="http://schemas.microsoft.com/office/drawing/2014/main" id="{665AE858-16D6-4F88-A842-807896D7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457700"/>
            <a:ext cx="2209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411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Chỉ chạy overlay khi project
được nhận diện phù hợp</a:t>
            </a:r>
          </a:p>
        </p:txBody>
      </p:sp>
      <p:sp>
        <p:nvSpPr>
          <p:cNvPr id="35" name="source-5">
            <a:extLst xmlns:a="http://schemas.openxmlformats.org/drawingml/2006/main">
              <a:ext uri="{FF2B5EF4-FFF2-40B4-BE49-F238E27FC236}">
                <a16:creationId xmlns:a16="http://schemas.microsoft.com/office/drawing/2014/main" id="{1C7BA92E-0643-4E88-A2EB-848D3E46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00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Nguồn: cortex_harness/dev.py — FRAMEWORK_ANALYZERS, sync_code_all</a:t>
            </a:r>
          </a:p>
        </p:txBody>
      </p:sp>
      <p:sp>
        <p:nvSpPr>
          <p:cNvPr id="36" name="page-5">
            <a:extLst xmlns:a="http://schemas.openxmlformats.org/drawingml/2006/main">
              <a:ext uri="{FF2B5EF4-FFF2-40B4-BE49-F238E27FC236}">
                <a16:creationId xmlns:a16="http://schemas.microsoft.com/office/drawing/2014/main" id="{2E8D7C59-A758-4BF3-8E92-0F44CC36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077419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9EED591D-DF07-4228-A812-2F0F868A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UNIFIED MCP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6A067A-6A2B-47DA-B47D-FE710D77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Query layer chuẩn hoá thành 18 parser profile</a:t>
            </a:r>
          </a:p>
        </p:txBody>
      </p:sp>
      <p:sp>
        <p:nvSpPr>
          <p:cNvPr id="3" name="profile-intro">
            <a:extLst xmlns:a="http://schemas.openxmlformats.org/drawingml/2006/main">
              <a:ext uri="{FF2B5EF4-FFF2-40B4-BE49-F238E27FC236}">
                <a16:creationId xmlns:a16="http://schemas.microsoft.com/office/drawing/2014/main" id="{2B18CA67-2036-4C36-8279-62F551BB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Mỗi profile định nghĩa alias, backend, support level, graph labels, relationships và feature gates.</a:t>
            </a:r>
          </a:p>
        </p:txBody>
      </p:sp>
      <p:sp>
        <p:nvSpPr>
          <p:cNvPr id="4" name="metric-canonical profiles">
            <a:extLst xmlns:a="http://schemas.openxmlformats.org/drawingml/2006/main">
              <a:ext uri="{FF2B5EF4-FFF2-40B4-BE49-F238E27FC236}">
                <a16:creationId xmlns:a16="http://schemas.microsoft.com/office/drawing/2014/main" id="{06BCB5D4-8687-4BF4-81F6-05B4C29D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5623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6FE"/>
          </a:solidFill>
        </p:spPr>
      </p:sp>
      <p:sp>
        <p:nvSpPr>
          <p:cNvPr id="5" name="stat-canonical profiles">
            <a:extLst xmlns:a="http://schemas.openxmlformats.org/drawingml/2006/main">
              <a:ext uri="{FF2B5EF4-FFF2-40B4-BE49-F238E27FC236}">
                <a16:creationId xmlns:a16="http://schemas.microsoft.com/office/drawing/2014/main" id="{462F98DA-64AF-46AA-91C8-C1A5E90E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24200"/>
            <a:ext cx="29527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18</a:t>
            </a:r>
          </a:p>
        </p:txBody>
      </p:sp>
      <p:sp>
        <p:nvSpPr>
          <p:cNvPr id="6" name="label-canonical profiles">
            <a:extLst xmlns:a="http://schemas.openxmlformats.org/drawingml/2006/main">
              <a:ext uri="{FF2B5EF4-FFF2-40B4-BE49-F238E27FC236}">
                <a16:creationId xmlns:a16="http://schemas.microsoft.com/office/drawing/2014/main" id="{DF300472-128C-4829-A692-3F720CA3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57675"/>
            <a:ext cx="2952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canonical profiles</a:t>
            </a:r>
          </a:p>
        </p:txBody>
      </p:sp>
      <p:sp>
        <p:nvSpPr>
          <p:cNvPr id="7" name="body-canonical profiles">
            <a:extLst xmlns:a="http://schemas.openxmlformats.org/drawingml/2006/main">
              <a:ext uri="{FF2B5EF4-FFF2-40B4-BE49-F238E27FC236}">
                <a16:creationId xmlns:a16="http://schemas.microsoft.com/office/drawing/2014/main" id="{DA356F41-9910-499F-A538-9B855A67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43450"/>
            <a:ext cx="29527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Alias được chuẩn hoá trước khi dispatch sang backend.</a:t>
            </a:r>
          </a:p>
        </p:txBody>
      </p:sp>
      <p:sp>
        <p:nvSpPr>
          <p:cNvPr id="8" name="metric-full support">
            <a:extLst xmlns:a="http://schemas.openxmlformats.org/drawingml/2006/main">
              <a:ext uri="{FF2B5EF4-FFF2-40B4-BE49-F238E27FC236}">
                <a16:creationId xmlns:a16="http://schemas.microsoft.com/office/drawing/2014/main" id="{5DD171DE-C225-4D41-88F2-FF1EAF3E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24150"/>
            <a:ext cx="35623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5F5F5"/>
          </a:solidFill>
        </p:spPr>
      </p:sp>
      <p:sp>
        <p:nvSpPr>
          <p:cNvPr id="9" name="stat-full support">
            <a:extLst xmlns:a="http://schemas.openxmlformats.org/drawingml/2006/main">
              <a:ext uri="{FF2B5EF4-FFF2-40B4-BE49-F238E27FC236}">
                <a16:creationId xmlns:a16="http://schemas.microsoft.com/office/drawing/2014/main" id="{C7E88B50-C6F9-4AE6-BA6E-C36764AE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24200"/>
            <a:ext cx="29527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10" name="label-full support">
            <a:extLst xmlns:a="http://schemas.openxmlformats.org/drawingml/2006/main">
              <a:ext uri="{FF2B5EF4-FFF2-40B4-BE49-F238E27FC236}">
                <a16:creationId xmlns:a16="http://schemas.microsoft.com/office/drawing/2014/main" id="{5A37D30B-D77B-4738-AE0B-81E1B132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57675"/>
            <a:ext cx="2952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full support</a:t>
            </a:r>
          </a:p>
        </p:txBody>
      </p:sp>
      <p:sp>
        <p:nvSpPr>
          <p:cNvPr id="11" name="body-full support">
            <a:extLst xmlns:a="http://schemas.openxmlformats.org/drawingml/2006/main">
              <a:ext uri="{FF2B5EF4-FFF2-40B4-BE49-F238E27FC236}">
                <a16:creationId xmlns:a16="http://schemas.microsoft.com/office/drawing/2014/main" id="{C056B5E7-5FB5-4BA5-8771-2AC10D7A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743450"/>
            <a:ext cx="29527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android · aspnet_core
aspnet_framework · cobol · cplus
flutter · mybatis · servlet_jsp
spring · struts</a:t>
            </a:r>
          </a:p>
        </p:txBody>
      </p:sp>
      <p:sp>
        <p:nvSpPr>
          <p:cNvPr id="12" name="metric-generic support">
            <a:extLst xmlns:a="http://schemas.openxmlformats.org/drawingml/2006/main">
              <a:ext uri="{FF2B5EF4-FFF2-40B4-BE49-F238E27FC236}">
                <a16:creationId xmlns:a16="http://schemas.microsoft.com/office/drawing/2014/main" id="{D482B105-B61E-4AFE-B3FB-6EA01506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35623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5F5F5"/>
          </a:solidFill>
        </p:spPr>
      </p:sp>
      <p:sp>
        <p:nvSpPr>
          <p:cNvPr id="13" name="stat-generic support">
            <a:extLst xmlns:a="http://schemas.openxmlformats.org/drawingml/2006/main">
              <a:ext uri="{FF2B5EF4-FFF2-40B4-BE49-F238E27FC236}">
                <a16:creationId xmlns:a16="http://schemas.microsoft.com/office/drawing/2014/main" id="{942A22A1-8EEF-4250-8A69-9E6D0180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24200"/>
            <a:ext cx="29527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14" name="label-generic support">
            <a:extLst xmlns:a="http://schemas.openxmlformats.org/drawingml/2006/main">
              <a:ext uri="{FF2B5EF4-FFF2-40B4-BE49-F238E27FC236}">
                <a16:creationId xmlns:a16="http://schemas.microsoft.com/office/drawing/2014/main" id="{7EFE4899-28AE-4872-B74B-0AE8C847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57675"/>
            <a:ext cx="2952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generic support</a:t>
            </a:r>
          </a:p>
        </p:txBody>
      </p:sp>
      <p:sp>
        <p:nvSpPr>
          <p:cNvPr id="15" name="body-generic support">
            <a:extLst xmlns:a="http://schemas.openxmlformats.org/drawingml/2006/main">
              <a:ext uri="{FF2B5EF4-FFF2-40B4-BE49-F238E27FC236}">
                <a16:creationId xmlns:a16="http://schemas.microsoft.com/office/drawing/2014/main" id="{2BCC35C3-EF49-4F7E-B8B4-74C8AB92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43450"/>
            <a:ext cx="29527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delphi · go · jvm · perl
rust · swift · vbnet
visual_basic</a:t>
            </a:r>
          </a:p>
        </p:txBody>
      </p:sp>
      <p:sp>
        <p:nvSpPr>
          <p:cNvPr id="16" name="source-6">
            <a:extLst xmlns:a="http://schemas.openxmlformats.org/drawingml/2006/main">
              <a:ext uri="{FF2B5EF4-FFF2-40B4-BE49-F238E27FC236}">
                <a16:creationId xmlns:a16="http://schemas.microsoft.com/office/drawing/2014/main" id="{DF4AD8CB-A3AF-4A62-8F8B-E8C69229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00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Nguồn: code-tiny/mcp/framework_registry.py; live list_parsers</a:t>
            </a:r>
          </a:p>
        </p:txBody>
      </p:sp>
      <p:sp>
        <p:nvSpPr>
          <p:cNvPr id="17" name="page-6">
            <a:extLst xmlns:a="http://schemas.openxmlformats.org/drawingml/2006/main">
              <a:ext uri="{FF2B5EF4-FFF2-40B4-BE49-F238E27FC236}">
                <a16:creationId xmlns:a16="http://schemas.microsoft.com/office/drawing/2014/main" id="{C578540D-ED14-48E2-8AD3-7A4BB281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892642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kicker">
            <a:extLst xmlns:a="http://schemas.openxmlformats.org/drawingml/2006/main">
              <a:ext uri="{FF2B5EF4-FFF2-40B4-BE49-F238E27FC236}">
                <a16:creationId xmlns:a16="http://schemas.microsoft.com/office/drawing/2014/main" id="{514D2071-C8EC-45C2-8DBC-D44539F8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CODE MCP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D8E816-5036-4701-A725-7BA9F049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33 tool name duy nhất, chia thành 7 nhóm năng lực</a:t>
            </a:r>
          </a:p>
        </p:txBody>
      </p:sp>
      <p:sp>
        <p:nvSpPr>
          <p:cNvPr id="3" name="topic-bg-1">
            <a:extLst xmlns:a="http://schemas.openxmlformats.org/drawingml/2006/main">
              <a:ext uri="{FF2B5EF4-FFF2-40B4-BE49-F238E27FC236}">
                <a16:creationId xmlns:a16="http://schemas.microsoft.com/office/drawing/2014/main" id="{6006F361-0790-4001-933A-5B3C1EEA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5908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5F5F5"/>
          </a:solidFill>
        </p:spPr>
      </p:sp>
      <p:sp>
        <p:nvSpPr>
          <p:cNvPr id="4" name="topic-accent-1">
            <a:extLst xmlns:a="http://schemas.openxmlformats.org/drawingml/2006/main">
              <a:ext uri="{FF2B5EF4-FFF2-40B4-BE49-F238E27FC236}">
                <a16:creationId xmlns:a16="http://schemas.microsoft.com/office/drawing/2014/main" id="{09CB5DE8-5424-4BB0-9BF3-9DDE4397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5" name="topic-title-1">
            <a:extLst xmlns:a="http://schemas.openxmlformats.org/drawingml/2006/main">
              <a:ext uri="{FF2B5EF4-FFF2-40B4-BE49-F238E27FC236}">
                <a16:creationId xmlns:a16="http://schemas.microsoft.com/office/drawing/2014/main" id="{5A555F7A-E88D-4AD2-B3A7-BEE87483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2209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 · Discovery</a:t>
            </a:r>
          </a:p>
        </p:txBody>
      </p:sp>
      <p:sp>
        <p:nvSpPr>
          <p:cNvPr id="6" name="topic-body-1">
            <a:extLst xmlns:a="http://schemas.openxmlformats.org/drawingml/2006/main">
              <a:ext uri="{FF2B5EF4-FFF2-40B4-BE49-F238E27FC236}">
                <a16:creationId xmlns:a16="http://schemas.microsoft.com/office/drawing/2014/main" id="{EA7F22B9-1AA8-4B22-84C0-DF1F88BC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2209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activate_project
list_* catalogs</a:t>
            </a:r>
          </a:p>
        </p:txBody>
      </p:sp>
      <p:sp>
        <p:nvSpPr>
          <p:cNvPr id="7" name="topic-bg-2">
            <a:extLst xmlns:a="http://schemas.openxmlformats.org/drawingml/2006/main">
              <a:ext uri="{FF2B5EF4-FFF2-40B4-BE49-F238E27FC236}">
                <a16:creationId xmlns:a16="http://schemas.microsoft.com/office/drawing/2014/main" id="{06AE3E1B-519D-472E-8E91-E605CE8D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09750"/>
            <a:ext cx="25908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5F5F5"/>
          </a:solidFill>
        </p:spPr>
      </p:sp>
      <p:sp>
        <p:nvSpPr>
          <p:cNvPr id="8" name="topic-accent-2">
            <a:extLst xmlns:a="http://schemas.openxmlformats.org/drawingml/2006/main">
              <a:ext uri="{FF2B5EF4-FFF2-40B4-BE49-F238E27FC236}">
                <a16:creationId xmlns:a16="http://schemas.microsoft.com/office/drawing/2014/main" id="{B3A7F293-251D-4AFD-B6B2-95208776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09750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9" name="topic-title-2">
            <a:extLst xmlns:a="http://schemas.openxmlformats.org/drawingml/2006/main">
              <a:ext uri="{FF2B5EF4-FFF2-40B4-BE49-F238E27FC236}">
                <a16:creationId xmlns:a16="http://schemas.microsoft.com/office/drawing/2014/main" id="{E1B1C34E-1123-4CDE-8612-FED028EB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19300"/>
            <a:ext cx="2209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 · Search</a:t>
            </a:r>
          </a:p>
        </p:txBody>
      </p:sp>
      <p:sp>
        <p:nvSpPr>
          <p:cNvPr id="10" name="topic-body-2">
            <a:extLst xmlns:a="http://schemas.openxmlformats.org/drawingml/2006/main">
              <a:ext uri="{FF2B5EF4-FFF2-40B4-BE49-F238E27FC236}">
                <a16:creationId xmlns:a16="http://schemas.microsoft.com/office/drawing/2014/main" id="{ED80D3BD-5A58-4F3C-BD63-6E5EBEB3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38400"/>
            <a:ext cx="2209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411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search_functions · get_symbol
file/class/entrypoint</a:t>
            </a:r>
          </a:p>
        </p:txBody>
      </p:sp>
      <p:sp>
        <p:nvSpPr>
          <p:cNvPr id="11" name="topic-bg-3">
            <a:extLst xmlns:a="http://schemas.openxmlformats.org/drawingml/2006/main">
              <a:ext uri="{FF2B5EF4-FFF2-40B4-BE49-F238E27FC236}">
                <a16:creationId xmlns:a16="http://schemas.microsoft.com/office/drawing/2014/main" id="{3DC6A6A4-B23B-4065-B1FA-BC7A5D94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25908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5F5F5"/>
          </a:solidFill>
        </p:spPr>
      </p:sp>
      <p:sp>
        <p:nvSpPr>
          <p:cNvPr id="12" name="topic-accent-3">
            <a:extLst xmlns:a="http://schemas.openxmlformats.org/drawingml/2006/main">
              <a:ext uri="{FF2B5EF4-FFF2-40B4-BE49-F238E27FC236}">
                <a16:creationId xmlns:a16="http://schemas.microsoft.com/office/drawing/2014/main" id="{1233D251-D8E8-40BF-99FA-BF4D9399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3" name="topic-title-3">
            <a:extLst xmlns:a="http://schemas.openxmlformats.org/drawingml/2006/main">
              <a:ext uri="{FF2B5EF4-FFF2-40B4-BE49-F238E27FC236}">
                <a16:creationId xmlns:a16="http://schemas.microsoft.com/office/drawing/2014/main" id="{78E64127-E560-4797-A3E8-EF1CE9B0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19300"/>
            <a:ext cx="2209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 · Paths &amp; flow</a:t>
            </a:r>
          </a:p>
        </p:txBody>
      </p:sp>
      <p:sp>
        <p:nvSpPr>
          <p:cNvPr id="14" name="topic-body-3">
            <a:extLst xmlns:a="http://schemas.openxmlformats.org/drawingml/2006/main">
              <a:ext uri="{FF2B5EF4-FFF2-40B4-BE49-F238E27FC236}">
                <a16:creationId xmlns:a16="http://schemas.microsoft.com/office/drawing/2014/main" id="{E9E63508-8A12-4774-B194-A0139D7B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38400"/>
            <a:ext cx="2209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4381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query_subgraph · find_paths
trace_flow · reconstruct_flow</a:t>
            </a:r>
          </a:p>
        </p:txBody>
      </p:sp>
      <p:sp>
        <p:nvSpPr>
          <p:cNvPr id="15" name="topic-bg-4">
            <a:extLst xmlns:a="http://schemas.openxmlformats.org/drawingml/2006/main">
              <a:ext uri="{FF2B5EF4-FFF2-40B4-BE49-F238E27FC236}">
                <a16:creationId xmlns:a16="http://schemas.microsoft.com/office/drawing/2014/main" id="{BEA655DC-EB9E-4513-99A9-E88FD115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25908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5F5F5"/>
          </a:solidFill>
        </p:spPr>
      </p:sp>
      <p:sp>
        <p:nvSpPr>
          <p:cNvPr id="16" name="topic-accent-4">
            <a:extLst xmlns:a="http://schemas.openxmlformats.org/drawingml/2006/main">
              <a:ext uri="{FF2B5EF4-FFF2-40B4-BE49-F238E27FC236}">
                <a16:creationId xmlns:a16="http://schemas.microsoft.com/office/drawing/2014/main" id="{53899A52-85FF-418F-8F48-923F104E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7" name="topic-title-4">
            <a:extLst xmlns:a="http://schemas.openxmlformats.org/drawingml/2006/main">
              <a:ext uri="{FF2B5EF4-FFF2-40B4-BE49-F238E27FC236}">
                <a16:creationId xmlns:a16="http://schemas.microsoft.com/office/drawing/2014/main" id="{B9547529-7C31-4E95-BAA4-95C78DF5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19300"/>
            <a:ext cx="2209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 · Planning</a:t>
            </a:r>
          </a:p>
        </p:txBody>
      </p:sp>
      <p:sp>
        <p:nvSpPr>
          <p:cNvPr id="18" name="topic-body-4">
            <a:extLst xmlns:a="http://schemas.openxmlformats.org/drawingml/2006/main">
              <a:ext uri="{FF2B5EF4-FFF2-40B4-BE49-F238E27FC236}">
                <a16:creationId xmlns:a16="http://schemas.microsoft.com/office/drawing/2014/main" id="{41731632-EB96-445D-BD9D-184342DD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38400"/>
            <a:ext cx="2209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411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SCC · topological sort
module/file/function waves</a:t>
            </a:r>
          </a:p>
        </p:txBody>
      </p:sp>
      <p:sp>
        <p:nvSpPr>
          <p:cNvPr id="19" name="topic-bg-5">
            <a:extLst xmlns:a="http://schemas.openxmlformats.org/drawingml/2006/main">
              <a:ext uri="{FF2B5EF4-FFF2-40B4-BE49-F238E27FC236}">
                <a16:creationId xmlns:a16="http://schemas.microsoft.com/office/drawing/2014/main" id="{71625EE6-761C-4143-8178-22D3E2C4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25908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5F5F5"/>
          </a:solidFill>
        </p:spPr>
      </p:sp>
      <p:sp>
        <p:nvSpPr>
          <p:cNvPr id="20" name="topic-accent-5">
            <a:extLst xmlns:a="http://schemas.openxmlformats.org/drawingml/2006/main">
              <a:ext uri="{FF2B5EF4-FFF2-40B4-BE49-F238E27FC236}">
                <a16:creationId xmlns:a16="http://schemas.microsoft.com/office/drawing/2014/main" id="{E355583B-33F9-4E54-901C-CA999BB4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21" name="topic-title-5">
            <a:extLst xmlns:a="http://schemas.openxmlformats.org/drawingml/2006/main">
              <a:ext uri="{FF2B5EF4-FFF2-40B4-BE49-F238E27FC236}">
                <a16:creationId xmlns:a16="http://schemas.microsoft.com/office/drawing/2014/main" id="{9E5349F0-0E37-4471-876A-0100F49E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2209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 · Semantic</a:t>
            </a:r>
          </a:p>
        </p:txBody>
      </p:sp>
      <p:sp>
        <p:nvSpPr>
          <p:cNvPr id="22" name="topic-body-5">
            <a:extLst xmlns:a="http://schemas.openxmlformats.org/drawingml/2006/main">
              <a:ext uri="{FF2B5EF4-FFF2-40B4-BE49-F238E27FC236}">
                <a16:creationId xmlns:a16="http://schemas.microsoft.com/office/drawing/2014/main" id="{41B5D63E-F60A-47C5-A04D-D2A8C721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2209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explore_graph
semantic_search</a:t>
            </a:r>
          </a:p>
        </p:txBody>
      </p:sp>
      <p:sp>
        <p:nvSpPr>
          <p:cNvPr id="23" name="topic-bg-6">
            <a:extLst xmlns:a="http://schemas.openxmlformats.org/drawingml/2006/main">
              <a:ext uri="{FF2B5EF4-FFF2-40B4-BE49-F238E27FC236}">
                <a16:creationId xmlns:a16="http://schemas.microsoft.com/office/drawing/2014/main" id="{6B87B8BF-AFE2-4729-898F-FB6D435F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29050"/>
            <a:ext cx="25908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5F5F5"/>
          </a:solidFill>
        </p:spPr>
      </p:sp>
      <p:sp>
        <p:nvSpPr>
          <p:cNvPr id="24" name="topic-accent-6">
            <a:extLst xmlns:a="http://schemas.openxmlformats.org/drawingml/2006/main">
              <a:ext uri="{FF2B5EF4-FFF2-40B4-BE49-F238E27FC236}">
                <a16:creationId xmlns:a16="http://schemas.microsoft.com/office/drawing/2014/main" id="{7FEE5FE2-552B-41C9-8559-2F55AC02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29050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25" name="topic-title-6">
            <a:extLst xmlns:a="http://schemas.openxmlformats.org/drawingml/2006/main">
              <a:ext uri="{FF2B5EF4-FFF2-40B4-BE49-F238E27FC236}">
                <a16:creationId xmlns:a16="http://schemas.microsoft.com/office/drawing/2014/main" id="{30017BA1-8084-4738-BD41-8FDF842C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38600"/>
            <a:ext cx="2209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 · Full-stack</a:t>
            </a:r>
          </a:p>
        </p:txBody>
      </p:sp>
      <p:sp>
        <p:nvSpPr>
          <p:cNvPr id="26" name="topic-body-6">
            <a:extLst xmlns:a="http://schemas.openxmlformats.org/drawingml/2006/main">
              <a:ext uri="{FF2B5EF4-FFF2-40B4-BE49-F238E27FC236}">
                <a16:creationId xmlns:a16="http://schemas.microsoft.com/office/drawing/2014/main" id="{DCF27ED7-F1EE-46FC-8C3B-67370FEA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57700"/>
            <a:ext cx="2209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7347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screen workflows · API chain
impact · affected workflows</a:t>
            </a:r>
          </a:p>
        </p:txBody>
      </p:sp>
      <p:sp>
        <p:nvSpPr>
          <p:cNvPr id="27" name="topic-bg-7">
            <a:extLst xmlns:a="http://schemas.openxmlformats.org/drawingml/2006/main">
              <a:ext uri="{FF2B5EF4-FFF2-40B4-BE49-F238E27FC236}">
                <a16:creationId xmlns:a16="http://schemas.microsoft.com/office/drawing/2014/main" id="{6B4FE100-0BC0-4D49-8E33-AB21A943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29050"/>
            <a:ext cx="25908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5F5F5"/>
          </a:solidFill>
        </p:spPr>
      </p:sp>
      <p:sp>
        <p:nvSpPr>
          <p:cNvPr id="28" name="topic-accent-7">
            <a:extLst xmlns:a="http://schemas.openxmlformats.org/drawingml/2006/main">
              <a:ext uri="{FF2B5EF4-FFF2-40B4-BE49-F238E27FC236}">
                <a16:creationId xmlns:a16="http://schemas.microsoft.com/office/drawing/2014/main" id="{E4B5E2E6-3714-4BCA-B848-9D06709A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29050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29" name="topic-title-7">
            <a:extLst xmlns:a="http://schemas.openxmlformats.org/drawingml/2006/main">
              <a:ext uri="{FF2B5EF4-FFF2-40B4-BE49-F238E27FC236}">
                <a16:creationId xmlns:a16="http://schemas.microsoft.com/office/drawing/2014/main" id="{5C761C20-DFC9-46CD-B308-2DF2BA23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38600"/>
            <a:ext cx="2209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 · Messaging</a:t>
            </a:r>
          </a:p>
        </p:txBody>
      </p:sp>
      <p:sp>
        <p:nvSpPr>
          <p:cNvPr id="30" name="topic-body-7">
            <a:extLst xmlns:a="http://schemas.openxmlformats.org/drawingml/2006/main">
              <a:ext uri="{FF2B5EF4-FFF2-40B4-BE49-F238E27FC236}">
                <a16:creationId xmlns:a16="http://schemas.microsoft.com/office/drawing/2014/main" id="{DB59BA09-67AB-47F5-AA59-EDA06323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57700"/>
            <a:ext cx="2209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get_ipc_message
annotate_node</a:t>
            </a:r>
          </a:p>
        </p:txBody>
      </p:sp>
      <p:sp>
        <p:nvSpPr>
          <p:cNvPr id="31" name="topic-bg-8">
            <a:extLst xmlns:a="http://schemas.openxmlformats.org/drawingml/2006/main">
              <a:ext uri="{FF2B5EF4-FFF2-40B4-BE49-F238E27FC236}">
                <a16:creationId xmlns:a16="http://schemas.microsoft.com/office/drawing/2014/main" id="{37A0C9F1-9593-4DB3-B17B-B72A6E03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29050"/>
            <a:ext cx="25908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AF6FE"/>
          </a:solidFill>
        </p:spPr>
      </p:sp>
      <p:sp>
        <p:nvSpPr>
          <p:cNvPr id="32" name="topic-accent-8">
            <a:extLst xmlns:a="http://schemas.openxmlformats.org/drawingml/2006/main">
              <a:ext uri="{FF2B5EF4-FFF2-40B4-BE49-F238E27FC236}">
                <a16:creationId xmlns:a16="http://schemas.microsoft.com/office/drawing/2014/main" id="{FDE60AB6-ADDD-4C8C-9278-5F6D07BC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29050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33" name="topic-title-8">
            <a:extLst xmlns:a="http://schemas.openxmlformats.org/drawingml/2006/main">
              <a:ext uri="{FF2B5EF4-FFF2-40B4-BE49-F238E27FC236}">
                <a16:creationId xmlns:a16="http://schemas.microsoft.com/office/drawing/2014/main" id="{A27BB2BF-5CBD-4D18-94CC-0589F836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38600"/>
            <a:ext cx="2209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Catalog note</a:t>
            </a:r>
          </a:p>
        </p:txBody>
      </p:sp>
      <p:sp>
        <p:nvSpPr>
          <p:cNvPr id="34" name="topic-body-8">
            <a:extLst xmlns:a="http://schemas.openxmlformats.org/drawingml/2006/main">
              <a:ext uri="{FF2B5EF4-FFF2-40B4-BE49-F238E27FC236}">
                <a16:creationId xmlns:a16="http://schemas.microsoft.com/office/drawing/2014/main" id="{999AA47B-54B3-4F3B-BC4F-10CB7DB7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457700"/>
            <a:ext cx="2209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411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35 entries được báo cáo;
2 tên đang bị lặp metadata</a:t>
            </a:r>
          </a:p>
        </p:txBody>
      </p:sp>
      <p:sp>
        <p:nvSpPr>
          <p:cNvPr id="35" name="source-7">
            <a:extLst xmlns:a="http://schemas.openxmlformats.org/drawingml/2006/main">
              <a:ext uri="{FF2B5EF4-FFF2-40B4-BE49-F238E27FC236}">
                <a16:creationId xmlns:a16="http://schemas.microsoft.com/office/drawing/2014/main" id="{A81AC63E-7500-4BE0-9327-E3D990E6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00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Nguồn: live list_mcp_functions — 35 entries / 33 unique names</a:t>
            </a:r>
          </a:p>
        </p:txBody>
      </p:sp>
      <p:sp>
        <p:nvSpPr>
          <p:cNvPr id="36" name="page-7">
            <a:extLst xmlns:a="http://schemas.openxmlformats.org/drawingml/2006/main">
              <a:ext uri="{FF2B5EF4-FFF2-40B4-BE49-F238E27FC236}">
                <a16:creationId xmlns:a16="http://schemas.microsoft.com/office/drawing/2014/main" id="{51CD23C4-80EA-46F0-9E2F-99598B13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803725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">
            <a:extLst xmlns:a="http://schemas.openxmlformats.org/drawingml/2006/main">
              <a:ext uri="{FF2B5EF4-FFF2-40B4-BE49-F238E27FC236}">
                <a16:creationId xmlns:a16="http://schemas.microsoft.com/office/drawing/2014/main" id="{DE4E3B8D-ACEE-4576-8EF8-0EE65004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CODE MCP INVENTORY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ED65F5-06A9-454A-9F3F-ABEEA4E7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Phụ lục: 33 tool MCP theo tên duy nhất · 1/2</a:t>
            </a:r>
          </a:p>
        </p:txBody>
      </p:sp>
      <p:sp>
        <p:nvSpPr>
          <p:cNvPr id="3" name="inventory-panel-0">
            <a:extLst xmlns:a="http://schemas.openxmlformats.org/drawingml/2006/main">
              <a:ext uri="{FF2B5EF4-FFF2-40B4-BE49-F238E27FC236}">
                <a16:creationId xmlns:a16="http://schemas.microsoft.com/office/drawing/2014/main" id="{CB218629-4C62-4C9A-9001-EDE6055C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42925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5F5F5"/>
          </a:solidFill>
        </p:spPr>
      </p:sp>
      <p:sp>
        <p:nvSpPr>
          <p:cNvPr id="4" name="inventory-head-0">
            <a:extLst xmlns:a="http://schemas.openxmlformats.org/drawingml/2006/main">
              <a:ext uri="{FF2B5EF4-FFF2-40B4-BE49-F238E27FC236}">
                <a16:creationId xmlns:a16="http://schemas.microsoft.com/office/drawing/2014/main" id="{9EFE2F98-B0EE-4258-AF26-DBDDD8C1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4762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Tool 1–9</a:t>
            </a:r>
          </a:p>
        </p:txBody>
      </p:sp>
      <p:sp>
        <p:nvSpPr>
          <p:cNvPr id="5" name="inventory-list-0">
            <a:extLst xmlns:a="http://schemas.openxmlformats.org/drawingml/2006/main">
              <a:ext uri="{FF2B5EF4-FFF2-40B4-BE49-F238E27FC236}">
                <a16:creationId xmlns:a16="http://schemas.microsoft.com/office/drawing/2014/main" id="{0897F877-79E2-45ED-BD66-D85FD3E6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4857750" cy="331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01  activate_project
02  search_functions
03  search_by_code
04  get_symbol
05  get_node_details
06  query_subgraph
07  find_paths
08  find_path_between_module
09  listup_symbols_matching_file_path</a:t>
            </a:r>
          </a:p>
        </p:txBody>
      </p:sp>
      <p:sp>
        <p:nvSpPr>
          <p:cNvPr id="6" name="inventory-panel-1">
            <a:extLst xmlns:a="http://schemas.openxmlformats.org/drawingml/2006/main">
              <a:ext uri="{FF2B5EF4-FFF2-40B4-BE49-F238E27FC236}">
                <a16:creationId xmlns:a16="http://schemas.microsoft.com/office/drawing/2014/main" id="{0CC4D2E0-907F-46CF-98DE-57DA48BA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71625"/>
            <a:ext cx="542925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EAF6FE"/>
          </a:solidFill>
        </p:spPr>
      </p:sp>
      <p:sp>
        <p:nvSpPr>
          <p:cNvPr id="7" name="inventory-head-1">
            <a:extLst xmlns:a="http://schemas.openxmlformats.org/drawingml/2006/main">
              <a:ext uri="{FF2B5EF4-FFF2-40B4-BE49-F238E27FC236}">
                <a16:creationId xmlns:a16="http://schemas.microsoft.com/office/drawing/2014/main" id="{B60BEB30-08A8-4196-9AA6-43DBAAD4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90700"/>
            <a:ext cx="4762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Tool 10–17</a:t>
            </a:r>
          </a:p>
        </p:txBody>
      </p:sp>
      <p:sp>
        <p:nvSpPr>
          <p:cNvPr id="8" name="inventory-list-1">
            <a:extLst xmlns:a="http://schemas.openxmlformats.org/drawingml/2006/main">
              <a:ext uri="{FF2B5EF4-FFF2-40B4-BE49-F238E27FC236}">
                <a16:creationId xmlns:a16="http://schemas.microsoft.com/office/drawing/2014/main" id="{C3476258-747C-4D5C-AA52-33624042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47900"/>
            <a:ext cx="4857750" cy="331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10  listup_class_matching_path
11  list_up_entrypoint
12  trace_flow
13  trace_flow_between_module
14  compute_scc
15  topological_sort
16  plan_dependency_order
17  plan_file_dependency_order</a:t>
            </a:r>
          </a:p>
        </p:txBody>
      </p:sp>
      <p:sp>
        <p:nvSpPr>
          <p:cNvPr id="9" name="source-8">
            <a:extLst xmlns:a="http://schemas.openxmlformats.org/drawingml/2006/main">
              <a:ext uri="{FF2B5EF4-FFF2-40B4-BE49-F238E27FC236}">
                <a16:creationId xmlns:a16="http://schemas.microsoft.com/office/drawing/2014/main" id="{B73FF076-5E60-4D6E-B9F7-D8CB1CE4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00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Nguồn: live list_mcp_functions; duplicate names removed</a:t>
            </a:r>
          </a:p>
        </p:txBody>
      </p:sp>
      <p:sp>
        <p:nvSpPr>
          <p:cNvPr id="10" name="page-8">
            <a:extLst xmlns:a="http://schemas.openxmlformats.org/drawingml/2006/main">
              <a:ext uri="{FF2B5EF4-FFF2-40B4-BE49-F238E27FC236}">
                <a16:creationId xmlns:a16="http://schemas.microsoft.com/office/drawing/2014/main" id="{861174BA-9F66-4E8A-BE95-2F045DF9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555196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">
            <a:extLst xmlns:a="http://schemas.openxmlformats.org/drawingml/2006/main">
              <a:ext uri="{FF2B5EF4-FFF2-40B4-BE49-F238E27FC236}">
                <a16:creationId xmlns:a16="http://schemas.microsoft.com/office/drawing/2014/main" id="{3EA8152E-44E4-4A1F-A845-94D8F911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CODE MCP INVENTORY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144E48-BEA4-48A2-84A4-427FAEC4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Phụ lục: 33 tool MCP theo tên duy nhất · 2/2</a:t>
            </a:r>
          </a:p>
        </p:txBody>
      </p:sp>
      <p:sp>
        <p:nvSpPr>
          <p:cNvPr id="3" name="inventory-panel-0">
            <a:extLst xmlns:a="http://schemas.openxmlformats.org/drawingml/2006/main">
              <a:ext uri="{FF2B5EF4-FFF2-40B4-BE49-F238E27FC236}">
                <a16:creationId xmlns:a16="http://schemas.microsoft.com/office/drawing/2014/main" id="{E1AFFF98-8006-47D9-A6D1-C7731D50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42925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5F5F5"/>
          </a:solidFill>
        </p:spPr>
      </p:sp>
      <p:sp>
        <p:nvSpPr>
          <p:cNvPr id="4" name="inventory-head-0">
            <a:extLst xmlns:a="http://schemas.openxmlformats.org/drawingml/2006/main">
              <a:ext uri="{FF2B5EF4-FFF2-40B4-BE49-F238E27FC236}">
                <a16:creationId xmlns:a16="http://schemas.microsoft.com/office/drawing/2014/main" id="{7BF4BF52-A5AA-4069-97AF-26D11FD3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4762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Tool 18–25</a:t>
            </a:r>
          </a:p>
        </p:txBody>
      </p:sp>
      <p:sp>
        <p:nvSpPr>
          <p:cNvPr id="5" name="inventory-list-0">
            <a:extLst xmlns:a="http://schemas.openxmlformats.org/drawingml/2006/main">
              <a:ext uri="{FF2B5EF4-FFF2-40B4-BE49-F238E27FC236}">
                <a16:creationId xmlns:a16="http://schemas.microsoft.com/office/drawing/2014/main" id="{076CCADE-7BB6-41F5-964C-6082C3DE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4857750" cy="331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18  plan_function_dependency_order
19  find_screen_workflows
20  explore_graph
21  semantic_search
22  get_ipc_message
23  list_possible_calls
24  annotate_node
25  list_databases</a:t>
            </a:r>
          </a:p>
        </p:txBody>
      </p:sp>
      <p:sp>
        <p:nvSpPr>
          <p:cNvPr id="6" name="inventory-panel-1">
            <a:extLst xmlns:a="http://schemas.openxmlformats.org/drawingml/2006/main">
              <a:ext uri="{FF2B5EF4-FFF2-40B4-BE49-F238E27FC236}">
                <a16:creationId xmlns:a16="http://schemas.microsoft.com/office/drawing/2014/main" id="{7578B2ED-4C32-4831-90C4-68869EBA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71625"/>
            <a:ext cx="542925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EAF6FE"/>
          </a:solidFill>
        </p:spPr>
      </p:sp>
      <p:sp>
        <p:nvSpPr>
          <p:cNvPr id="7" name="inventory-head-1">
            <a:extLst xmlns:a="http://schemas.openxmlformats.org/drawingml/2006/main">
              <a:ext uri="{FF2B5EF4-FFF2-40B4-BE49-F238E27FC236}">
                <a16:creationId xmlns:a16="http://schemas.microsoft.com/office/drawing/2014/main" id="{A89C3BED-11CE-4A35-A1AA-5DD577E0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90700"/>
            <a:ext cx="4762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Tool 26–33</a:t>
            </a:r>
          </a:p>
        </p:txBody>
      </p:sp>
      <p:sp>
        <p:nvSpPr>
          <p:cNvPr id="8" name="inventory-list-1">
            <a:extLst xmlns:a="http://schemas.openxmlformats.org/drawingml/2006/main">
              <a:ext uri="{FF2B5EF4-FFF2-40B4-BE49-F238E27FC236}">
                <a16:creationId xmlns:a16="http://schemas.microsoft.com/office/drawing/2014/main" id="{E0E06F2E-C1B7-4A88-AD0F-C48FAA9E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47900"/>
            <a:ext cx="4857750" cy="3314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26  list_qdrant_collections
27  list_parsers
28  list_mcp_functions
29  reconstruct_flow
30  find_callers_of_endpoint
31  get_api_call_chain
32  analyze_workflow_impact
33  find_workflows_containing</a:t>
            </a:r>
          </a:p>
        </p:txBody>
      </p:sp>
      <p:sp>
        <p:nvSpPr>
          <p:cNvPr id="9" name="source-9">
            <a:extLst xmlns:a="http://schemas.openxmlformats.org/drawingml/2006/main">
              <a:ext uri="{FF2B5EF4-FFF2-40B4-BE49-F238E27FC236}">
                <a16:creationId xmlns:a16="http://schemas.microsoft.com/office/drawing/2014/main" id="{2C2FA70F-5A66-4A95-BAB3-882EE560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00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Nguồn: live list_mcp_functions; duplicate names removed</a:t>
            </a:r>
          </a:p>
        </p:txBody>
      </p:sp>
      <p:sp>
        <p:nvSpPr>
          <p:cNvPr id="10" name="page-9">
            <a:extLst xmlns:a="http://schemas.openxmlformats.org/drawingml/2006/main">
              <a:ext uri="{FF2B5EF4-FFF2-40B4-BE49-F238E27FC236}">
                <a16:creationId xmlns:a16="http://schemas.microsoft.com/office/drawing/2014/main" id="{3C80A231-2A89-4D0C-B00F-3B8E7623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813448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">
            <a:extLst xmlns:a="http://schemas.openxmlformats.org/drawingml/2006/main">
              <a:ext uri="{FF2B5EF4-FFF2-40B4-BE49-F238E27FC236}">
                <a16:creationId xmlns:a16="http://schemas.microsoft.com/office/drawing/2014/main" id="{668F61C0-0710-46C3-A55E-91CC31D3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DOC INGESTION &amp; RETRIEVAL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43BCE1-1B41-4A4F-A4FE-733F2BD8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Doc layer: 6 định dạng · 4 tool MCP</a:t>
            </a:r>
          </a:p>
        </p:txBody>
      </p:sp>
      <p:sp>
        <p:nvSpPr>
          <p:cNvPr id="3" name="doc-intro">
            <a:extLst xmlns:a="http://schemas.openxmlformats.org/drawingml/2006/main">
              <a:ext uri="{FF2B5EF4-FFF2-40B4-BE49-F238E27FC236}">
                <a16:creationId xmlns:a16="http://schemas.microsoft.com/office/drawing/2014/main" id="{579AB5E5-98D1-4159-8B71-28C42250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113919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Tài liệu được ingest riêng qua doc-tiny, sau đó truy vấn bằng source/paragraph identity và Graph RAG.</a:t>
            </a:r>
          </a:p>
        </p:txBody>
      </p:sp>
      <p:sp>
        <p:nvSpPr>
          <p:cNvPr id="4" name="doc-formats">
            <a:extLst xmlns:a="http://schemas.openxmlformats.org/drawingml/2006/main">
              <a:ext uri="{FF2B5EF4-FFF2-40B4-BE49-F238E27FC236}">
                <a16:creationId xmlns:a16="http://schemas.microsoft.com/office/drawing/2014/main" id="{DA2E3AAF-6947-41CA-8F3A-A0EDD35A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42925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5F5F5"/>
          </a:solidFill>
        </p:spPr>
      </p:sp>
      <p:sp>
        <p:nvSpPr>
          <p:cNvPr id="5" name="doc-format-head">
            <a:extLst xmlns:a="http://schemas.openxmlformats.org/drawingml/2006/main">
              <a:ext uri="{FF2B5EF4-FFF2-40B4-BE49-F238E27FC236}">
                <a16:creationId xmlns:a16="http://schemas.microsoft.com/office/drawing/2014/main" id="{7A815AEA-B90A-46FC-8176-8ED2B1AD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476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Định dạng ingest</a:t>
            </a:r>
          </a:p>
        </p:txBody>
      </p:sp>
      <p:sp>
        <p:nvSpPr>
          <p:cNvPr id="6" name="doc-format-list">
            <a:extLst xmlns:a="http://schemas.openxmlformats.org/drawingml/2006/main">
              <a:ext uri="{FF2B5EF4-FFF2-40B4-BE49-F238E27FC236}">
                <a16:creationId xmlns:a16="http://schemas.microsoft.com/office/drawing/2014/main" id="{17749F2E-5B7B-496A-802B-83701418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90875"/>
            <a:ext cx="4762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PDF   ·   Markdown   ·   DOCX
TXT   ·   PPTX   ·   XLSX</a:t>
            </a:r>
          </a:p>
        </p:txBody>
      </p:sp>
      <p:sp>
        <p:nvSpPr>
          <p:cNvPr id="7" name="doc-change">
            <a:extLst xmlns:a="http://schemas.openxmlformats.org/drawingml/2006/main">
              <a:ext uri="{FF2B5EF4-FFF2-40B4-BE49-F238E27FC236}">
                <a16:creationId xmlns:a16="http://schemas.microsoft.com/office/drawing/2014/main" id="{4018857D-B580-4291-BD43-FBE5AA27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9580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Phát hiện thay đổi: git diff → SHA-256 → mtime</a:t>
            </a:r>
          </a:p>
        </p:txBody>
      </p:sp>
      <p:sp>
        <p:nvSpPr>
          <p:cNvPr id="8" name="doc-tools">
            <a:extLst xmlns:a="http://schemas.openxmlformats.org/drawingml/2006/main">
              <a:ext uri="{FF2B5EF4-FFF2-40B4-BE49-F238E27FC236}">
                <a16:creationId xmlns:a16="http://schemas.microsoft.com/office/drawing/2014/main" id="{CB63C8C1-59D6-46FE-A548-A90F130B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542925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EAF6FE"/>
          </a:solidFill>
        </p:spPr>
      </p:sp>
      <p:sp>
        <p:nvSpPr>
          <p:cNvPr id="9" name="doc-tools-head">
            <a:extLst xmlns:a="http://schemas.openxmlformats.org/drawingml/2006/main">
              <a:ext uri="{FF2B5EF4-FFF2-40B4-BE49-F238E27FC236}">
                <a16:creationId xmlns:a16="http://schemas.microsoft.com/office/drawing/2014/main" id="{2E9A9D86-E775-400D-8BDA-86E5B8E5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24125"/>
            <a:ext cx="476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 tool MCP active</a:t>
            </a:r>
          </a:p>
        </p:txBody>
      </p:sp>
      <p:sp>
        <p:nvSpPr>
          <p:cNvPr id="10" name="doc-tool-list">
            <a:extLst xmlns:a="http://schemas.openxmlformats.org/drawingml/2006/main">
              <a:ext uri="{FF2B5EF4-FFF2-40B4-BE49-F238E27FC236}">
                <a16:creationId xmlns:a16="http://schemas.microsoft.com/office/drawing/2014/main" id="{6A5E26AD-0EC1-4389-B886-8B45A4CD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4762500" cy="1381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list_source_ids
list_qdrant_collections
query_graph_rag_langextract
get_paragraph_text</a:t>
            </a:r>
          </a:p>
        </p:txBody>
      </p:sp>
      <p:sp>
        <p:nvSpPr>
          <p:cNvPr id="11" name="doc-tool-note">
            <a:extLst xmlns:a="http://schemas.openxmlformats.org/drawingml/2006/main">
              <a:ext uri="{FF2B5EF4-FFF2-40B4-BE49-F238E27FC236}">
                <a16:creationId xmlns:a16="http://schemas.microsoft.com/office/drawing/2014/main" id="{888D2357-6D9D-450B-81CF-EF1E4D5C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29150"/>
            <a:ext cx="4762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477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semantic_search có implementation nhưng chưa được đăng ký MCP</a:t>
            </a:r>
          </a:p>
        </p:txBody>
      </p:sp>
      <p:sp>
        <p:nvSpPr>
          <p:cNvPr id="12" name="source-10">
            <a:extLst xmlns:a="http://schemas.openxmlformats.org/drawingml/2006/main">
              <a:ext uri="{FF2B5EF4-FFF2-40B4-BE49-F238E27FC236}">
                <a16:creationId xmlns:a16="http://schemas.microsoft.com/office/drawing/2014/main" id="{256E9486-3E7B-4CD8-86A2-D2207958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00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Nguồn: cortex_harness/dev.py — DOC_EXT_FLAGS; doc-tiny/mcp_graph_rag.py</a:t>
            </a:r>
          </a:p>
        </p:txBody>
      </p:sp>
      <p:sp>
        <p:nvSpPr>
          <p:cNvPr id="13" name="page-10">
            <a:extLst xmlns:a="http://schemas.openxmlformats.org/drawingml/2006/main">
              <a:ext uri="{FF2B5EF4-FFF2-40B4-BE49-F238E27FC236}">
                <a16:creationId xmlns:a16="http://schemas.microsoft.com/office/drawing/2014/main" id="{A0CEF7F2-368F-4ACF-BE27-80C2BC87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346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8A422202-77A2-4503-AC4A-BDDE3DEC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CÁCH SỬ DỤNG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E09CA0-BD90-4698-A838-F9839E4D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Chọn đúng lớp trước khi chọn đúng tool</a:t>
            </a:r>
          </a:p>
        </p:txBody>
      </p:sp>
      <p:cxnSp>
        <p:nvCxnSpPr>
          <p:cNvPr id="21" name="select-line"/>
          <p:cNvCxnSpPr/>
          <p:nvPr/>
        </p:nvCxnSpPr>
        <p:spPr>
          <a:xfrm xmlns:a="http://schemas.openxmlformats.org/drawingml/2006/main">
            <a:off x="781050" y="3190875"/>
            <a:ext cx="106299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4" name="select-dot-0">
            <a:extLst xmlns:a="http://schemas.openxmlformats.org/drawingml/2006/main">
              <a:ext uri="{FF2B5EF4-FFF2-40B4-BE49-F238E27FC236}">
                <a16:creationId xmlns:a16="http://schemas.microsoft.com/office/drawing/2014/main" id="{E1F98871-A6EF-463C-9DAF-1924C95E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14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select-dot-1">
            <a:extLst xmlns:a="http://schemas.openxmlformats.org/drawingml/2006/main">
              <a:ext uri="{FF2B5EF4-FFF2-40B4-BE49-F238E27FC236}">
                <a16:creationId xmlns:a16="http://schemas.microsoft.com/office/drawing/2014/main" id="{C975785D-DBB0-4FB8-BB86-8401267C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14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select-dot-2">
            <a:extLst xmlns:a="http://schemas.openxmlformats.org/drawingml/2006/main">
              <a:ext uri="{FF2B5EF4-FFF2-40B4-BE49-F238E27FC236}">
                <a16:creationId xmlns:a16="http://schemas.microsoft.com/office/drawing/2014/main" id="{0C8D4565-97DD-416D-9213-C3D4DF98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14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7" name="select-label-0">
            <a:extLst xmlns:a="http://schemas.openxmlformats.org/drawingml/2006/main">
              <a:ext uri="{FF2B5EF4-FFF2-40B4-BE49-F238E27FC236}">
                <a16:creationId xmlns:a16="http://schemas.microsoft.com/office/drawing/2014/main" id="{BF447B92-2A30-445B-A78A-5F1B2A7A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381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 · Ingest</a:t>
            </a:r>
          </a:p>
        </p:txBody>
      </p:sp>
      <p:sp>
        <p:nvSpPr>
          <p:cNvPr id="8" name="select-head-0">
            <a:extLst xmlns:a="http://schemas.openxmlformats.org/drawingml/2006/main">
              <a:ext uri="{FF2B5EF4-FFF2-40B4-BE49-F238E27FC236}">
                <a16:creationId xmlns:a16="http://schemas.microsoft.com/office/drawing/2014/main" id="{51FC7A61-1187-4003-BF38-223A7CBB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3143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dev sync code</a:t>
            </a:r>
          </a:p>
        </p:txBody>
      </p:sp>
      <p:sp>
        <p:nvSpPr>
          <p:cNvPr id="9" name="select-body-0">
            <a:extLst xmlns:a="http://schemas.openxmlformats.org/drawingml/2006/main">
              <a:ext uri="{FF2B5EF4-FFF2-40B4-BE49-F238E27FC236}">
                <a16:creationId xmlns:a16="http://schemas.microsoft.com/office/drawing/2014/main" id="{918CBDC9-E00C-4865-B7CB-DF965854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3143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Auto-detect hoặc all; tạo graph + embeddings từ source.</a:t>
            </a:r>
          </a:p>
        </p:txBody>
      </p:sp>
      <p:sp>
        <p:nvSpPr>
          <p:cNvPr id="10" name="select-label-1">
            <a:extLst xmlns:a="http://schemas.openxmlformats.org/drawingml/2006/main">
              <a:ext uri="{FF2B5EF4-FFF2-40B4-BE49-F238E27FC236}">
                <a16:creationId xmlns:a16="http://schemas.microsoft.com/office/drawing/2014/main" id="{F1A2427E-0030-4C83-8C50-B55A80EB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647950"/>
            <a:ext cx="2381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02 · Route</a:t>
            </a:r>
          </a:p>
        </p:txBody>
      </p:sp>
      <p:sp>
        <p:nvSpPr>
          <p:cNvPr id="11" name="select-head-1">
            <a:extLst xmlns:a="http://schemas.openxmlformats.org/drawingml/2006/main">
              <a:ext uri="{FF2B5EF4-FFF2-40B4-BE49-F238E27FC236}">
                <a16:creationId xmlns:a16="http://schemas.microsoft.com/office/drawing/2014/main" id="{12ADDFB7-716E-479D-9F49-C014EE0D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667125"/>
            <a:ext cx="3143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parser_type</a:t>
            </a:r>
          </a:p>
        </p:txBody>
      </p:sp>
      <p:sp>
        <p:nvSpPr>
          <p:cNvPr id="12" name="select-body-1">
            <a:extLst xmlns:a="http://schemas.openxmlformats.org/drawingml/2006/main">
              <a:ext uri="{FF2B5EF4-FFF2-40B4-BE49-F238E27FC236}">
                <a16:creationId xmlns:a16="http://schemas.microsoft.com/office/drawing/2014/main" id="{B1D4325B-E7C9-4608-B496-50BD75A8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267200"/>
            <a:ext cx="3143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Chọn canonical profile/alias để áp dụng labels, relationships và feature gates.</a:t>
            </a:r>
          </a:p>
        </p:txBody>
      </p:sp>
      <p:sp>
        <p:nvSpPr>
          <p:cNvPr id="13" name="select-label-2">
            <a:extLst xmlns:a="http://schemas.openxmlformats.org/drawingml/2006/main">
              <a:ext uri="{FF2B5EF4-FFF2-40B4-BE49-F238E27FC236}">
                <a16:creationId xmlns:a16="http://schemas.microsoft.com/office/drawing/2014/main" id="{E221D26F-005F-44D6-86D3-41828118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47950"/>
            <a:ext cx="2381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 · Query</a:t>
            </a:r>
          </a:p>
        </p:txBody>
      </p:sp>
      <p:sp>
        <p:nvSpPr>
          <p:cNvPr id="14" name="select-head-2">
            <a:extLst xmlns:a="http://schemas.openxmlformats.org/drawingml/2006/main">
              <a:ext uri="{FF2B5EF4-FFF2-40B4-BE49-F238E27FC236}">
                <a16:creationId xmlns:a16="http://schemas.microsoft.com/office/drawing/2014/main" id="{BC20D01B-BD2B-4DFF-8D4A-9842E56C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67125"/>
            <a:ext cx="3143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tool chuyên biệt</a:t>
            </a:r>
          </a:p>
        </p:txBody>
      </p:sp>
      <p:sp>
        <p:nvSpPr>
          <p:cNvPr id="15" name="select-body-2">
            <a:extLst xmlns:a="http://schemas.openxmlformats.org/drawingml/2006/main">
              <a:ext uri="{FF2B5EF4-FFF2-40B4-BE49-F238E27FC236}">
                <a16:creationId xmlns:a16="http://schemas.microsoft.com/office/drawing/2014/main" id="{D34C1B6D-2A11-4A4B-8796-4E6CA531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67200"/>
            <a:ext cx="3143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Search, flow, dependency planning, full-stack impact hoặc Graph RAG.</a:t>
            </a:r>
          </a:p>
        </p:txBody>
      </p:sp>
      <p:sp>
        <p:nvSpPr>
          <p:cNvPr id="16" name="select-takeaway">
            <a:extLst xmlns:a="http://schemas.openxmlformats.org/drawingml/2006/main">
              <a:ext uri="{FF2B5EF4-FFF2-40B4-BE49-F238E27FC236}">
                <a16:creationId xmlns:a16="http://schemas.microsoft.com/office/drawing/2014/main" id="{20F461A8-F825-49DD-9E9C-641AE22F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11391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43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Không suy ra query capability chỉ từ việc analyzer tồn tại: hãy gọi list_parsers và list_mcp_functions ở runtime.</a:t>
            </a:r>
          </a:p>
        </p:txBody>
      </p:sp>
      <p:sp>
        <p:nvSpPr>
          <p:cNvPr id="17" name="source-11">
            <a:extLst xmlns:a="http://schemas.openxmlformats.org/drawingml/2006/main">
              <a:ext uri="{FF2B5EF4-FFF2-40B4-BE49-F238E27FC236}">
                <a16:creationId xmlns:a16="http://schemas.microsoft.com/office/drawing/2014/main" id="{E8468035-4276-4D2D-ACE0-9DB9FE30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00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Nguồn: unified MCP runtime contract; cortex_harness/dev.py</a:t>
            </a:r>
          </a:p>
        </p:txBody>
      </p:sp>
      <p:sp>
        <p:nvSpPr>
          <p:cNvPr id="18" name="page-11">
            <a:extLst xmlns:a="http://schemas.openxmlformats.org/drawingml/2006/main">
              <a:ext uri="{FF2B5EF4-FFF2-40B4-BE49-F238E27FC236}">
                <a16:creationId xmlns:a16="http://schemas.microsoft.com/office/drawing/2014/main" id="{6E3D6FF4-AECD-48DF-92AF-DF291436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647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51034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83F8F7FD-3AFE-49D7-939E-55405937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476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BẮT ĐẦU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DDB6AEE6-E749-4557-BE64-FC886FB6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9906000" cy="2619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Ba bước để kiểm tra
năng lực thực tế</a:t>
            </a:r>
          </a:p>
        </p:txBody>
      </p:sp>
      <p:sp>
        <p:nvSpPr>
          <p:cNvPr id="3" name="close-actions">
            <a:extLst xmlns:a="http://schemas.openxmlformats.org/drawingml/2006/main">
              <a:ext uri="{FF2B5EF4-FFF2-40B4-BE49-F238E27FC236}">
                <a16:creationId xmlns:a16="http://schemas.microsoft.com/office/drawing/2014/main" id="{1E68BB91-EE4A-48E1-B2F3-58C25F66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895350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1  dev mcp start
2  dev sync code  (hoặc dev sync code all)
3  list_parsers  +  list_mcp_functions</a:t>
            </a:r>
          </a:p>
        </p:txBody>
      </p:sp>
      <p:sp>
        <p:nvSpPr>
          <p:cNvPr id="4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6A682A76-2BFF-4E60-A365-DC9A7556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524000"/>
            <a:ext cx="112395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close-mark">
            <a:extLst xmlns:a="http://schemas.openxmlformats.org/drawingml/2006/main">
              <a:ext uri="{FF2B5EF4-FFF2-40B4-BE49-F238E27FC236}">
                <a16:creationId xmlns:a16="http://schemas.microsoft.com/office/drawing/2014/main" id="{149D3508-4A34-4DF8-A278-298CC582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19375"/>
            <a:ext cx="10287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INGEST
≠
QUERY</a:t>
            </a:r>
          </a:p>
        </p:txBody>
      </p:sp>
    </p:spTree>
    <p:extLst>
      <p:ext uri="{BB962C8B-B14F-4D97-AF65-F5344CB8AC3E}">
        <p14:creationId xmlns:p14="http://schemas.microsoft.com/office/powerpoint/2010/main" val="21259000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2026-07-16T08:26:01.7440000Z</dcterms:created>
  <dcterms:modified xsi:type="dcterms:W3CDTF">2026-07-16T08:26:01.7440000Z</dcterms:modified>
</coreProperties>
</file>